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b53ae1de-add5-e75e-fbdb-501ae963f07a}">
          <p14:sldIdLst>
            <p14:sldId id="256"/>
          </p14:sldIdLst>
        </p14:section>
        <p14:section name="Игра 1. Собери портфель" id="{7a52d1f3-3847-19aa-0125-ac223d246f96}">
          <p14:sldIdLst>
            <p14:sldId id="257"/>
          </p14:sldIdLst>
        </p14:section>
        <p14:section name="Игра 2. Что лишнее?" id="{7c2652cc-1618-f804-0f19-c80217c69104}">
          <p14:sldIdLst>
            <p14:sldId id="258"/>
            <p14:sldId id="259"/>
            <p14:sldId id="260"/>
            <p14:sldId id="261"/>
          </p14:sldIdLst>
        </p14:section>
        <p14:section name="Игра 3. Чья тень?" id="{8cfd3cb6-bc44-1ca2-3010-2d7990769f03}">
          <p14:sldIdLst>
            <p14:sldId id="262"/>
            <p14:sldId id="263"/>
          </p14:sldIdLst>
        </p14:section>
        <p14:section name="Финал" id="{0ff7dff3-42d6-15bf-fcf4-494843b753a0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слайд. Анимация запускается сама. Зелёная кнопка ▶ открывает первую игру. Карточки 1, 2, 3 сразу переходят к нужной игре.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Игра 1. Ребёнок выбирает, что нужно взять в школу. Нажмите на школьную вещь: она улетит в портфель, а под портфелем появится её цветная картинка. Если нажать на игрушку, она закачается и появится красный крестик. Когда все 8 вещей собраны, нажмите на жёлтую звезду внизу.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Игра 2, раунд 1 из 4. Что здесь не нужно в школе? Правильный ответ: леденец. Нажмите на него: картинка улетит, а на её месте появится звезда. Нажатие на нужную в школе вещь покажет красный крестик.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Игра 2, раунд 2 из 4. Что здесь не нужно в школе? Правильный ответ: мишка. Нажмите на него: картинка улетит, а на её месте появится звезда. Нажатие на нужную в школе вещь покажет красный крестик.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Игра 2, раунд 3 из 4. Что здесь не нужно в школе? Правильный ответ: мяч. Нажмите на него: картинка улетит, а на её месте появится звезда. Нажатие на нужную в школе вещь покажет красный крестик.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Игра 2, раунд 4 из 4. Что здесь не нужно в школе? Правильный ответ: удочка. Нажмите на него: картинка улетит, а на её месте появится звезда. Нажатие на нужную в школе вещь покажет красный крестик. В конце нажмите на жёлтую звезду внизу.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Игра 3, часть 1 из 2. Спросите ребёнка, чья это тень. Когда он покажет правильную тень, нажмите на предмет внизу: он сам переедет на свою тень.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Игра 3, часть 2 из 2. Спросите ребёнка, чья это тень. Когда он покажет правильную тень, нажмите на предмет внизу: он сам переедет на свою тень. В конце нажмите на жёлтую звезду внизу.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Финал. Похвалите ребёнка: он знает, что нужно взять в школу. Синяя кнопка внизу справа возвращает к началу.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FINAL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GAME_1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GAME_2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GAME_3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AME_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182880"/>
            <a:ext cx="4206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AME_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182880"/>
            <a:ext cx="4206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AME_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182880"/>
            <a:ext cx="4206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slide" Target="slide2.xml"/><Relationship Id="rId15" Type="http://schemas.openxmlformats.org/officeDocument/2006/relationships/slide" Target="slide2.xml"/><Relationship Id="rId17" Type="http://schemas.openxmlformats.org/officeDocument/2006/relationships/slide" Target="slide3.xml"/><Relationship Id="rId19" Type="http://schemas.openxmlformats.org/officeDocument/2006/relationships/slide" Target="slide7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4" Type="http://schemas.openxmlformats.org/officeDocument/2006/relationships/image" Target="../media/image-1-13.png"/><Relationship Id="rId16" Type="http://schemas.openxmlformats.org/officeDocument/2006/relationships/image" Target="../media/image-1-14.png"/><Relationship Id="rId18" Type="http://schemas.openxmlformats.org/officeDocument/2006/relationships/image" Target="../media/image-1-15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41" Type="http://schemas.openxmlformats.org/officeDocument/2006/relationships/slide" Target="slide1.xml"/><Relationship Id="rId44" Type="http://schemas.openxmlformats.org/officeDocument/2006/relationships/slide" Target="slide3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3.png"/><Relationship Id="rId35" Type="http://schemas.openxmlformats.org/officeDocument/2006/relationships/image" Target="../media/image-2-33.png"/><Relationship Id="rId36" Type="http://schemas.openxmlformats.org/officeDocument/2006/relationships/image" Target="../media/image-2-33.png"/><Relationship Id="rId37" Type="http://schemas.openxmlformats.org/officeDocument/2006/relationships/image" Target="../media/image-2-33.png"/><Relationship Id="rId38" Type="http://schemas.openxmlformats.org/officeDocument/2006/relationships/image" Target="../media/image-2-33.png"/><Relationship Id="rId39" Type="http://schemas.openxmlformats.org/officeDocument/2006/relationships/image" Target="../media/image-2-39.png"/><Relationship Id="rId40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5" Type="http://schemas.openxmlformats.org/officeDocument/2006/relationships/image" Target="../media/image-2-43.png"/><Relationship Id="rId46" Type="http://schemas.openxmlformats.org/officeDocument/2006/relationships/image" Target="../media/image-2-43.png"/><Relationship Id="rId47" Type="http://schemas.openxmlformats.org/officeDocument/2006/relationships/image" Target="../media/image-2-43.png"/><Relationship Id="rId48" Type="http://schemas.openxmlformats.org/officeDocument/2006/relationships/slideLayout" Target="../slideLayouts/slideLayout4.xml"/><Relationship Id="rId4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6" Type="http://schemas.openxmlformats.org/officeDocument/2006/relationships/slide" Target="slide1.xml"/><Relationship Id="rId18" Type="http://schemas.openxmlformats.org/officeDocument/2006/relationships/slide" Target="slide4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4.png"/><Relationship Id="rId6" Type="http://schemas.openxmlformats.org/officeDocument/2006/relationships/image" Target="../media/image-3-4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1.png"/><Relationship Id="rId13" Type="http://schemas.openxmlformats.org/officeDocument/2006/relationships/image" Target="../media/image-3-11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7" Type="http://schemas.openxmlformats.org/officeDocument/2006/relationships/image" Target="../media/image-3-16.png"/><Relationship Id="rId19" Type="http://schemas.openxmlformats.org/officeDocument/2006/relationships/slideLayout" Target="../slideLayouts/slideLayout5.xml"/><Relationship Id="rId2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6" Type="http://schemas.openxmlformats.org/officeDocument/2006/relationships/slide" Target="slide1.xml"/><Relationship Id="rId18" Type="http://schemas.openxmlformats.org/officeDocument/2006/relationships/slide" Target="slide5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5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1.png"/><Relationship Id="rId13" Type="http://schemas.openxmlformats.org/officeDocument/2006/relationships/image" Target="../media/image-4-11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7" Type="http://schemas.openxmlformats.org/officeDocument/2006/relationships/image" Target="../media/image-4-16.png"/><Relationship Id="rId19" Type="http://schemas.openxmlformats.org/officeDocument/2006/relationships/slideLayout" Target="../slideLayouts/slideLayout5.xml"/><Relationship Id="rId2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6" Type="http://schemas.openxmlformats.org/officeDocument/2006/relationships/slide" Target="slide1.xml"/><Relationship Id="rId18" Type="http://schemas.openxmlformats.org/officeDocument/2006/relationships/slide" Target="slide6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4.png"/><Relationship Id="rId5" Type="http://schemas.openxmlformats.org/officeDocument/2006/relationships/image" Target="../media/image-5-2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1.png"/><Relationship Id="rId13" Type="http://schemas.openxmlformats.org/officeDocument/2006/relationships/image" Target="../media/image-5-11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7" Type="http://schemas.openxmlformats.org/officeDocument/2006/relationships/image" Target="../media/image-5-16.png"/><Relationship Id="rId19" Type="http://schemas.openxmlformats.org/officeDocument/2006/relationships/slideLayout" Target="../slideLayouts/slideLayout5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6" Type="http://schemas.openxmlformats.org/officeDocument/2006/relationships/slide" Target="slide1.xml"/><Relationship Id="rId19" Type="http://schemas.openxmlformats.org/officeDocument/2006/relationships/slide" Target="slide7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image" Target="../media/image-6-2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1.png"/><Relationship Id="rId13" Type="http://schemas.openxmlformats.org/officeDocument/2006/relationships/image" Target="../media/image-6-11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7" Type="http://schemas.openxmlformats.org/officeDocument/2006/relationships/image" Target="../media/image-6-16.png"/><Relationship Id="rId18" Type="http://schemas.openxmlformats.org/officeDocument/2006/relationships/image" Target="../media/image-6-17.png"/><Relationship Id="rId20" Type="http://schemas.openxmlformats.org/officeDocument/2006/relationships/image" Target="../media/image-6-14.png"/><Relationship Id="rId21" Type="http://schemas.openxmlformats.org/officeDocument/2006/relationships/image" Target="../media/image-6-14.png"/><Relationship Id="rId22" Type="http://schemas.openxmlformats.org/officeDocument/2006/relationships/image" Target="../media/image-6-14.png"/><Relationship Id="rId23" Type="http://schemas.openxmlformats.org/officeDocument/2006/relationships/slideLayout" Target="../slideLayouts/slideLayout5.xml"/><Relationship Id="rId2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6" Type="http://schemas.openxmlformats.org/officeDocument/2006/relationships/slide" Target="slide1.xml"/><Relationship Id="rId18" Type="http://schemas.openxmlformats.org/officeDocument/2006/relationships/slide" Target="slide8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6.png"/><Relationship Id="rId8" Type="http://schemas.openxmlformats.org/officeDocument/2006/relationships/image" Target="../media/image-7-6.png"/><Relationship Id="rId9" Type="http://schemas.openxmlformats.org/officeDocument/2006/relationships/image" Target="../media/image-7-6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7" Type="http://schemas.openxmlformats.org/officeDocument/2006/relationships/image" Target="../media/image-7-16.png"/><Relationship Id="rId19" Type="http://schemas.openxmlformats.org/officeDocument/2006/relationships/slideLayout" Target="../slideLayouts/slideLayout6.xml"/><Relationship Id="rId2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5" Type="http://schemas.openxmlformats.org/officeDocument/2006/relationships/slide" Target="slide1.xml"/><Relationship Id="rId18" Type="http://schemas.openxmlformats.org/officeDocument/2006/relationships/slide" Target="slide9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6.png"/><Relationship Id="rId8" Type="http://schemas.openxmlformats.org/officeDocument/2006/relationships/image" Target="../media/image-8-6.png"/><Relationship Id="rId9" Type="http://schemas.openxmlformats.org/officeDocument/2006/relationships/image" Target="../media/image-8-6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6" Type="http://schemas.openxmlformats.org/officeDocument/2006/relationships/image" Target="../media/image-8-15.png"/><Relationship Id="rId17" Type="http://schemas.openxmlformats.org/officeDocument/2006/relationships/image" Target="../media/image-8-16.png"/><Relationship Id="rId19" Type="http://schemas.openxmlformats.org/officeDocument/2006/relationships/image" Target="../media/image-8-17.png"/><Relationship Id="rId20" Type="http://schemas.openxmlformats.org/officeDocument/2006/relationships/image" Target="../media/image-8-17.png"/><Relationship Id="rId21" Type="http://schemas.openxmlformats.org/officeDocument/2006/relationships/image" Target="../media/image-8-17.png"/><Relationship Id="rId22" Type="http://schemas.openxmlformats.org/officeDocument/2006/relationships/slideLayout" Target="../slideLayouts/slideLayout6.xml"/><Relationship Id="rId2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2" Type="http://schemas.openxmlformats.org/officeDocument/2006/relationships/slide" Target="slide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6.png"/><Relationship Id="rId8" Type="http://schemas.openxmlformats.org/officeDocument/2006/relationships/image" Target="../media/image-9-6.png"/><Relationship Id="rId9" Type="http://schemas.openxmlformats.org/officeDocument/2006/relationships/image" Target="../media/image-9-6.png"/><Relationship Id="rId10" Type="http://schemas.openxmlformats.org/officeDocument/2006/relationships/image" Target="../media/image-9-6.png"/><Relationship Id="rId11" Type="http://schemas.openxmlformats.org/officeDocument/2006/relationships/image" Target="../media/image-9-11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n_1" descr="/tmp/claude-0/-home-user-clinik/eeebfdc0-2c06-53ed-a395-49ca23f2cd9f/scratchpad/deck/img/s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5720"/>
            <a:ext cx="1188720" cy="1188720"/>
          </a:xfrm>
          <a:prstGeom prst="rect">
            <a:avLst/>
          </a:prstGeom>
        </p:spPr>
      </p:pic>
      <p:pic>
        <p:nvPicPr>
          <p:cNvPr id="3" name="cloud_2" descr="/tmp/claude-0/-home-user-clinik/eeebfdc0-2c06-53ed-a395-49ca23f2cd9f/scratchpad/deck/img/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1463040" cy="649224"/>
          </a:xfrm>
          <a:prstGeom prst="rect">
            <a:avLst/>
          </a:prstGeom>
        </p:spPr>
      </p:pic>
      <p:pic>
        <p:nvPicPr>
          <p:cNvPr id="4" name="cloud_3" descr="/tmp/claude-0/-home-user-clinik/eeebfdc0-2c06-53ed-a395-49ca23f2cd9f/scratchpad/deck/img/clo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28600"/>
            <a:ext cx="1097280" cy="484632"/>
          </a:xfrm>
          <a:prstGeom prst="rect">
            <a:avLst/>
          </a:prstGeom>
        </p:spPr>
      </p:pic>
      <p:pic>
        <p:nvPicPr>
          <p:cNvPr id="5" name="calendar_4" descr="1 сентября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480000">
            <a:off x="457200" y="228600"/>
            <a:ext cx="731520" cy="896112"/>
          </a:xfrm>
          <a:prstGeom prst="rect">
            <a:avLst/>
          </a:prstGeom>
        </p:spPr>
      </p:pic>
      <p:sp>
        <p:nvSpPr>
          <p:cNvPr id="6" name="text_5"/>
          <p:cNvSpPr/>
          <p:nvPr/>
        </p:nvSpPr>
        <p:spPr>
          <a:xfrm rot="-360000">
            <a:off x="457200" y="1280160"/>
            <a:ext cx="54864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</a:t>
            </a:r>
            <a:endParaRPr lang="en-US" sz="2400" dirty="0"/>
          </a:p>
        </p:txBody>
      </p:sp>
      <p:sp>
        <p:nvSpPr>
          <p:cNvPr id="7" name="text_6"/>
          <p:cNvSpPr/>
          <p:nvPr/>
        </p:nvSpPr>
        <p:spPr>
          <a:xfrm rot="300000">
            <a:off x="1078992" y="1280160"/>
            <a:ext cx="54864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</a:t>
            </a:r>
            <a:endParaRPr lang="en-US" sz="2400" dirty="0"/>
          </a:p>
        </p:txBody>
      </p:sp>
      <p:sp>
        <p:nvSpPr>
          <p:cNvPr id="8" name="text_7"/>
          <p:cNvSpPr/>
          <p:nvPr/>
        </p:nvSpPr>
        <p:spPr>
          <a:xfrm rot="-180000">
            <a:off x="1700784" y="1280160"/>
            <a:ext cx="548640" cy="54864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Б</a:t>
            </a:r>
            <a:endParaRPr lang="en-US" sz="2400" dirty="0"/>
          </a:p>
        </p:txBody>
      </p:sp>
      <p:sp>
        <p:nvSpPr>
          <p:cNvPr id="9" name="text_8"/>
          <p:cNvSpPr/>
          <p:nvPr/>
        </p:nvSpPr>
        <p:spPr>
          <a:xfrm rot="-180000">
            <a:off x="2322576" y="1280160"/>
            <a:ext cx="548640" cy="54864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Е</a:t>
            </a:r>
            <a:endParaRPr lang="en-US" sz="2400" dirty="0"/>
          </a:p>
        </p:txBody>
      </p:sp>
      <p:sp>
        <p:nvSpPr>
          <p:cNvPr id="10" name="text_9"/>
          <p:cNvSpPr/>
          <p:nvPr/>
        </p:nvSpPr>
        <p:spPr>
          <a:xfrm rot="180000">
            <a:off x="2944368" y="1280160"/>
            <a:ext cx="548640" cy="54864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Р</a:t>
            </a:r>
            <a:endParaRPr lang="en-US" sz="2400" dirty="0"/>
          </a:p>
        </p:txBody>
      </p:sp>
      <p:sp>
        <p:nvSpPr>
          <p:cNvPr id="11" name="text_10"/>
          <p:cNvSpPr/>
          <p:nvPr/>
        </p:nvSpPr>
        <p:spPr>
          <a:xfrm>
            <a:off x="3566160" y="1280160"/>
            <a:ext cx="548640" cy="54864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И</a:t>
            </a:r>
            <a:endParaRPr lang="en-US" sz="2400" dirty="0"/>
          </a:p>
        </p:txBody>
      </p:sp>
      <p:sp>
        <p:nvSpPr>
          <p:cNvPr id="12" name="text_11"/>
          <p:cNvSpPr/>
          <p:nvPr/>
        </p:nvSpPr>
        <p:spPr>
          <a:xfrm rot="-120000">
            <a:off x="457200" y="1938528"/>
            <a:ext cx="54864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</a:t>
            </a:r>
            <a:endParaRPr lang="en-US" sz="2400" dirty="0"/>
          </a:p>
        </p:txBody>
      </p:sp>
      <p:sp>
        <p:nvSpPr>
          <p:cNvPr id="13" name="text_12"/>
          <p:cNvSpPr/>
          <p:nvPr/>
        </p:nvSpPr>
        <p:spPr>
          <a:xfrm rot="180000">
            <a:off x="1078992" y="1938528"/>
            <a:ext cx="54864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</a:t>
            </a:r>
            <a:endParaRPr lang="en-US" sz="2400" dirty="0"/>
          </a:p>
        </p:txBody>
      </p:sp>
      <p:sp>
        <p:nvSpPr>
          <p:cNvPr id="14" name="text_13"/>
          <p:cNvSpPr/>
          <p:nvPr/>
        </p:nvSpPr>
        <p:spPr>
          <a:xfrm rot="180000">
            <a:off x="1700784" y="1938528"/>
            <a:ext cx="548640" cy="54864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Р</a:t>
            </a:r>
            <a:endParaRPr lang="en-US" sz="2400" dirty="0"/>
          </a:p>
        </p:txBody>
      </p:sp>
      <p:sp>
        <p:nvSpPr>
          <p:cNvPr id="15" name="text_14"/>
          <p:cNvSpPr/>
          <p:nvPr/>
        </p:nvSpPr>
        <p:spPr>
          <a:xfrm rot="60000">
            <a:off x="2322576" y="1938528"/>
            <a:ext cx="548640" cy="54864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Т</a:t>
            </a:r>
            <a:endParaRPr lang="en-US" sz="2400" dirty="0"/>
          </a:p>
        </p:txBody>
      </p:sp>
      <p:sp>
        <p:nvSpPr>
          <p:cNvPr id="16" name="text_15"/>
          <p:cNvSpPr/>
          <p:nvPr/>
        </p:nvSpPr>
        <p:spPr>
          <a:xfrm rot="120000">
            <a:off x="2944368" y="1938528"/>
            <a:ext cx="548640" cy="54864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Ф</a:t>
            </a:r>
            <a:endParaRPr lang="en-US" sz="2400" dirty="0"/>
          </a:p>
        </p:txBody>
      </p:sp>
      <p:sp>
        <p:nvSpPr>
          <p:cNvPr id="17" name="text_16"/>
          <p:cNvSpPr/>
          <p:nvPr/>
        </p:nvSpPr>
        <p:spPr>
          <a:xfrm rot="120000">
            <a:off x="3566160" y="1938528"/>
            <a:ext cx="548640" cy="54864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Е</a:t>
            </a:r>
            <a:endParaRPr lang="en-US" sz="2400" dirty="0"/>
          </a:p>
        </p:txBody>
      </p:sp>
      <p:sp>
        <p:nvSpPr>
          <p:cNvPr id="18" name="text_17"/>
          <p:cNvSpPr/>
          <p:nvPr/>
        </p:nvSpPr>
        <p:spPr>
          <a:xfrm rot="240000">
            <a:off x="4187952" y="1938528"/>
            <a:ext cx="54864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Л</a:t>
            </a:r>
            <a:endParaRPr lang="en-US" sz="2400" dirty="0"/>
          </a:p>
        </p:txBody>
      </p:sp>
      <p:sp>
        <p:nvSpPr>
          <p:cNvPr id="19" name="text_18"/>
          <p:cNvSpPr/>
          <p:nvPr/>
        </p:nvSpPr>
        <p:spPr>
          <a:xfrm rot="-180000">
            <a:off x="4809744" y="1938528"/>
            <a:ext cx="54864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Ь</a:t>
            </a:r>
            <a:endParaRPr lang="en-US" sz="2400" dirty="0"/>
          </a:p>
        </p:txBody>
      </p:sp>
      <p:sp>
        <p:nvSpPr>
          <p:cNvPr id="20" name="text_19"/>
          <p:cNvSpPr/>
          <p:nvPr/>
        </p:nvSpPr>
        <p:spPr>
          <a:xfrm>
            <a:off x="457200" y="2724912"/>
            <a:ext cx="42062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1750" dir="5400000">
              <a:srgbClr val="22306B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игра для будущего первоклассника</a:t>
            </a:r>
            <a:endParaRPr lang="en-US" sz="1800" dirty="0"/>
          </a:p>
        </p:txBody>
      </p:sp>
      <p:pic>
        <p:nvPicPr>
          <p:cNvPr id="21" name="backpack_20" descr="Портфель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960120"/>
            <a:ext cx="2286000" cy="2596896"/>
          </a:xfrm>
          <a:prstGeom prst="rect">
            <a:avLst/>
          </a:prstGeom>
        </p:spPr>
      </p:pic>
      <p:pic>
        <p:nvPicPr>
          <p:cNvPr id="22" name="floaty_21" descr="/tmp/claude-0/-home-user-clinik/eeebfdc0-2c06-53ed-a395-49ca23f2cd9f/scratchpad/deck/img/em_penci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868680"/>
            <a:ext cx="566928" cy="566928"/>
          </a:xfrm>
          <a:prstGeom prst="rect">
            <a:avLst/>
          </a:prstGeom>
        </p:spPr>
      </p:pic>
      <p:pic>
        <p:nvPicPr>
          <p:cNvPr id="23" name="floaty_22" descr="/tmp/claude-0/-home-user-clinik/eeebfdc0-2c06-53ed-a395-49ca23f2cd9f/scratchpad/deck/img/em_rul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1234440"/>
            <a:ext cx="566928" cy="566928"/>
          </a:xfrm>
          <a:prstGeom prst="rect">
            <a:avLst/>
          </a:prstGeom>
        </p:spPr>
      </p:pic>
      <p:pic>
        <p:nvPicPr>
          <p:cNvPr id="24" name="floaty_23" descr="/tmp/claude-0/-home-user-clinik/eeebfdc0-2c06-53ed-a395-49ca23f2cd9f/scratchpad/deck/img/em_noteboo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9240" y="2377440"/>
            <a:ext cx="566928" cy="566928"/>
          </a:xfrm>
          <a:prstGeom prst="rect">
            <a:avLst/>
          </a:prstGeom>
        </p:spPr>
      </p:pic>
      <p:pic>
        <p:nvPicPr>
          <p:cNvPr id="25" name="floaty_24" descr="/tmp/claude-0/-home-user-clinik/eeebfdc0-2c06-53ed-a395-49ca23f2cd9f/scratchpad/deck/img/em_scissor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0" y="2606040"/>
            <a:ext cx="566928" cy="566928"/>
          </a:xfrm>
          <a:prstGeom prst="rect">
            <a:avLst/>
          </a:prstGeom>
        </p:spPr>
      </p:pic>
      <p:pic>
        <p:nvPicPr>
          <p:cNvPr id="26" name="floaty_25" descr="/tmp/claude-0/-home-user-clinik/eeebfdc0-2c06-53ed-a395-49ca23f2cd9f/scratchpad/deck/img/em_crayo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0720" y="3703320"/>
            <a:ext cx="566928" cy="566928"/>
          </a:xfrm>
          <a:prstGeom prst="rect">
            <a:avLst/>
          </a:prstGeom>
        </p:spPr>
      </p:pic>
      <p:pic>
        <p:nvPicPr>
          <p:cNvPr id="27" name="floaty_26" descr="/tmp/claude-0/-home-user-clinik/eeebfdc0-2c06-53ed-a395-49ca23f2cd9f/scratchpad/deck/img/em_palet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55280" y="3794760"/>
            <a:ext cx="566928" cy="566928"/>
          </a:xfrm>
          <a:prstGeom prst="rect">
            <a:avLst/>
          </a:prstGeom>
        </p:spPr>
      </p:pic>
      <p:pic>
        <p:nvPicPr>
          <p:cNvPr id="28" name="play_27" descr="/tmp/claude-0/-home-user-clinik/eeebfdc0-2c06-53ed-a395-49ca23f2cd9f/scratchpad/deck/img/btn_play.png">
            <a:hlinkClick r:id="rId13" tooltip="Играть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3429000"/>
            <a:ext cx="960120" cy="1005840"/>
          </a:xfrm>
          <a:prstGeom prst="rect">
            <a:avLst/>
          </a:prstGeom>
        </p:spPr>
      </p:pic>
      <p:pic>
        <p:nvPicPr>
          <p:cNvPr id="29" name="pick_28" descr="/tmp/claude-0/-home-user-clinik/eeebfdc0-2c06-53ed-a395-49ca23f2cd9f/scratchpad/deck/img/card_backpack.png">
            <a:hlinkClick r:id="rId15" tooltip="Игра 1" action="ppaction://hlinksldjump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91640" y="3474720"/>
            <a:ext cx="868680" cy="868680"/>
          </a:xfrm>
          <a:prstGeom prst="rect">
            <a:avLst/>
          </a:prstGeom>
        </p:spPr>
      </p:pic>
      <p:sp>
        <p:nvSpPr>
          <p:cNvPr id="30" name="text_29"/>
          <p:cNvSpPr/>
          <p:nvPr/>
        </p:nvSpPr>
        <p:spPr>
          <a:xfrm>
            <a:off x="1636776" y="340156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pic>
        <p:nvPicPr>
          <p:cNvPr id="31" name="pick_30" descr="/tmp/claude-0/-home-user-clinik/eeebfdc0-2c06-53ed-a395-49ca23f2cd9f/scratchpad/deck/img/card_books.png">
            <a:hlinkClick r:id="rId17" tooltip="Игра 2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79192" y="3474720"/>
            <a:ext cx="868680" cy="868680"/>
          </a:xfrm>
          <a:prstGeom prst="rect">
            <a:avLst/>
          </a:prstGeom>
        </p:spPr>
      </p:pic>
      <p:sp>
        <p:nvSpPr>
          <p:cNvPr id="32" name="text_31"/>
          <p:cNvSpPr/>
          <p:nvPr/>
        </p:nvSpPr>
        <p:spPr>
          <a:xfrm>
            <a:off x="2624328" y="3401568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pic>
        <p:nvPicPr>
          <p:cNvPr id="33" name="pick_32" descr="/tmp/claude-0/-home-user-clinik/eeebfdc0-2c06-53ed-a395-49ca23f2cd9f/scratchpad/deck/img/ghost_scissors.png">
            <a:hlinkClick r:id="rId19" tooltip="Игра 3" action="ppaction://hlinksldjump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66744" y="3474720"/>
            <a:ext cx="868680" cy="868680"/>
          </a:xfrm>
          <a:prstGeom prst="rect">
            <a:avLst/>
          </a:prstGeom>
        </p:spPr>
      </p:pic>
      <p:sp>
        <p:nvSpPr>
          <p:cNvPr id="34" name="text_33"/>
          <p:cNvSpPr/>
          <p:nvPr/>
        </p:nvSpPr>
        <p:spPr>
          <a:xfrm>
            <a:off x="3611880" y="3401568"/>
            <a:ext cx="329184" cy="329184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repeatCount="indefinit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0" presetClass="path" presetSubtype="0" fill="hold" accel="25000" decel="25000" repeatCount="indefinite" autoRev="1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8 0 E" pathEditMode="relative" rAng="0">
                                      <p:cBhvr>
                                        <p:cTn id="8" dur="9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accel="25000" decel="25000" repeatCount="indefinite" autoRev="1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5 0 E" pathEditMode="relative" rAng="0">
                                      <p:cBhvr>
                                        <p:cTn id="10" dur="1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25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22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25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225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2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225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225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225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225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25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225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225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225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225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0" presetClass="path" presetSubtype="0" fill="hold" accel="25000" decel="25000" repeatCount="indefinite" autoRev="1" grpId="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 -0.025 E" pathEditMode="relative" rAng="0">
                                      <p:cBhvr>
                                        <p:cTn id="95" dur="1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225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0" presetClass="path" presetSubtype="0" fill="hold" accel="25000" decel="25000" repeatCount="indefinite" autoRev="1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 -0.03 E" pathEditMode="relative" rAng="0">
                                      <p:cBhvr>
                                        <p:cTn id="102" dur="1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225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0" presetClass="path" presetSubtype="0" fill="hold" accel="25000" decel="25000" repeatCount="indefinite" autoRev="1" grpId="0" nodeType="withEffect">
                                  <p:stCondLst>
                                    <p:cond delay="1650"/>
                                  </p:stCondLst>
                                  <p:childTnLst>
                                    <p:animMotion origin="layout" path="M 0 0 L 0 -0.03 E" pathEditMode="relative" rAng="0">
                                      <p:cBhvr>
                                        <p:cTn id="109" dur="177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225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0" presetClass="path" presetSubtype="0" fill="hold" accel="25000" decel="25000" repeatCount="indefinite" autoRev="1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 -0.03 E" pathEditMode="relative" rAng="0">
                                      <p:cBhvr>
                                        <p:cTn id="116" dur="194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225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0" presetClass="path" presetSubtype="0" fill="hold" accel="25000" decel="25000" repeatCount="indefinite" autoRev="1" grpId="0" nodeType="withEffect">
                                  <p:stCondLst>
                                    <p:cond delay="1950"/>
                                  </p:stCondLst>
                                  <p:childTnLst>
                                    <p:animMotion origin="layout" path="M 0 0 L 0 -0.03 E" pathEditMode="relative" rAng="0">
                                      <p:cBhvr>
                                        <p:cTn id="123" dur="211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225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0" presetClass="path" presetSubtype="0" fill="hold" accel="25000" decel="25000" repeatCount="indefinite" autoRev="1" grpId="0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 -0.03 E" pathEditMode="relative" rAng="0">
                                      <p:cBhvr>
                                        <p:cTn id="130" dur="22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225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0" presetClass="path" presetSubtype="0" fill="hold" accel="25000" decel="25000" repeatCount="indefinite" autoRev="1" grpId="0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0 0 L 0 -0.03 E" pathEditMode="relative" rAng="0">
                                      <p:cBhvr>
                                        <p:cTn id="137" dur="2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53" presetClass="entr" presetSubtype="16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6" presetClass="emph" presetSubtype="0" fill="hold" repeatCount="indefinite" autoRev="1" grpId="0" nodeType="withEffect">
                                  <p:stCondLst>
                                    <p:cond delay="2400"/>
                                  </p:stCondLst>
                                  <p:childTnLst>
                                    <p:animScale>
                                      <p:cBhvr>
                                        <p:cTn id="144" dur="600" fill="hold"/>
                                        <p:tgtEl>
                                          <p:spTgt spid="2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225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grpId="0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225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53" presetClass="entr" presetSubtype="16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225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3" presetClass="entr" presetSubtype="16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34"/>
          <p:cNvSpPr/>
          <p:nvPr/>
        </p:nvSpPr>
        <p:spPr>
          <a:xfrm rot="-360000">
            <a:off x="411480" y="228600"/>
            <a:ext cx="603504" cy="603504"/>
          </a:xfrm>
          <a:prstGeom prst="roundRect">
            <a:avLst>
              <a:gd name="adj" fmla="val 24242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1828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Собери портфель</a:t>
            </a:r>
            <a:endParaRPr lang="en-US" sz="3000" dirty="0"/>
          </a:p>
        </p:txBody>
      </p:sp>
      <p:pic>
        <p:nvPicPr>
          <p:cNvPr id="4" name="hint_35" descr="/tmp/claude-0/-home-user-clinik/eeebfdc0-2c06-53ed-a395-49ca23f2cd9f/scratchpad/deck/img/picto_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9456"/>
            <a:ext cx="2514600" cy="640080"/>
          </a:xfrm>
          <a:prstGeom prst="rect">
            <a:avLst/>
          </a:prstGeom>
        </p:spPr>
      </p:pic>
      <p:pic>
        <p:nvPicPr>
          <p:cNvPr id="5" name="school_pencil_36" descr="карандаш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">
            <a:off x="411480" y="1078992"/>
            <a:ext cx="932688" cy="932688"/>
          </a:xfrm>
          <a:prstGeom prst="rect">
            <a:avLst/>
          </a:prstGeom>
        </p:spPr>
      </p:pic>
      <p:pic>
        <p:nvPicPr>
          <p:cNvPr id="6" name="toy_teddy_37" descr="миш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1444752" y="1078992"/>
            <a:ext cx="932688" cy="932688"/>
          </a:xfrm>
          <a:prstGeom prst="rect">
            <a:avLst/>
          </a:prstGeom>
        </p:spPr>
      </p:pic>
      <p:pic>
        <p:nvPicPr>
          <p:cNvPr id="7" name="school_ruler_38" descr="линейк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2478024" y="1078992"/>
            <a:ext cx="932688" cy="932688"/>
          </a:xfrm>
          <a:prstGeom prst="rect">
            <a:avLst/>
          </a:prstGeom>
        </p:spPr>
      </p:pic>
      <p:pic>
        <p:nvPicPr>
          <p:cNvPr id="8" name="toy_gamepad_39" descr="приставка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240000">
            <a:off x="3511296" y="1078992"/>
            <a:ext cx="932688" cy="932688"/>
          </a:xfrm>
          <a:prstGeom prst="rect">
            <a:avLst/>
          </a:prstGeom>
        </p:spPr>
      </p:pic>
      <p:pic>
        <p:nvPicPr>
          <p:cNvPr id="9" name="school_notebook_40" descr="тетрадь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0000">
            <a:off x="4544568" y="1078992"/>
            <a:ext cx="932688" cy="932688"/>
          </a:xfrm>
          <a:prstGeom prst="rect">
            <a:avLst/>
          </a:prstGeom>
        </p:spPr>
      </p:pic>
      <p:pic>
        <p:nvPicPr>
          <p:cNvPr id="10" name="toy_car_41" descr="машинка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2066544"/>
            <a:ext cx="932688" cy="932688"/>
          </a:xfrm>
          <a:prstGeom prst="rect">
            <a:avLst/>
          </a:prstGeom>
        </p:spPr>
      </p:pic>
      <p:pic>
        <p:nvPicPr>
          <p:cNvPr id="11" name="school_crayon_42" descr="мелки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80000">
            <a:off x="1444752" y="2066544"/>
            <a:ext cx="932688" cy="932688"/>
          </a:xfrm>
          <a:prstGeom prst="rect">
            <a:avLst/>
          </a:prstGeom>
        </p:spPr>
      </p:pic>
      <p:pic>
        <p:nvPicPr>
          <p:cNvPr id="12" name="school_scissors_43" descr="ножницы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20000">
            <a:off x="2478024" y="2066544"/>
            <a:ext cx="932688" cy="932688"/>
          </a:xfrm>
          <a:prstGeom prst="rect">
            <a:avLst/>
          </a:prstGeom>
        </p:spPr>
      </p:pic>
      <p:pic>
        <p:nvPicPr>
          <p:cNvPr id="13" name="toy_ball_44" descr="мяч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180000">
            <a:off x="3511296" y="2066544"/>
            <a:ext cx="932688" cy="932688"/>
          </a:xfrm>
          <a:prstGeom prst="rect">
            <a:avLst/>
          </a:prstGeom>
        </p:spPr>
      </p:pic>
      <p:pic>
        <p:nvPicPr>
          <p:cNvPr id="14" name="school_palette_45" descr="краски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44568" y="2066544"/>
            <a:ext cx="932688" cy="932688"/>
          </a:xfrm>
          <a:prstGeom prst="rect">
            <a:avLst/>
          </a:prstGeom>
        </p:spPr>
      </p:pic>
      <p:pic>
        <p:nvPicPr>
          <p:cNvPr id="15" name="school_bookblue_46" descr="учебник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80000">
            <a:off x="928116" y="3054096"/>
            <a:ext cx="932688" cy="932688"/>
          </a:xfrm>
          <a:prstGeom prst="rect">
            <a:avLst/>
          </a:prstGeom>
        </p:spPr>
      </p:pic>
      <p:pic>
        <p:nvPicPr>
          <p:cNvPr id="16" name="toy_robot_47" descr="робот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20000">
            <a:off x="1961388" y="3054096"/>
            <a:ext cx="932688" cy="932688"/>
          </a:xfrm>
          <a:prstGeom prst="rect">
            <a:avLst/>
          </a:prstGeom>
        </p:spPr>
      </p:pic>
      <p:pic>
        <p:nvPicPr>
          <p:cNvPr id="17" name="school_pen_48" descr="ручка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60000">
            <a:off x="2994660" y="3054096"/>
            <a:ext cx="932688" cy="932688"/>
          </a:xfrm>
          <a:prstGeom prst="rect">
            <a:avLst/>
          </a:prstGeom>
        </p:spPr>
      </p:pic>
      <p:pic>
        <p:nvPicPr>
          <p:cNvPr id="18" name="toy_lollipop_49" descr="леденец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60000">
            <a:off x="4027932" y="3054096"/>
            <a:ext cx="932688" cy="932688"/>
          </a:xfrm>
          <a:prstGeom prst="rect">
            <a:avLst/>
          </a:prstGeom>
        </p:spPr>
      </p:pic>
      <p:pic>
        <p:nvPicPr>
          <p:cNvPr id="19" name="backpack_50" descr="Портфель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35040" y="914400"/>
            <a:ext cx="2286000" cy="2596896"/>
          </a:xfrm>
          <a:prstGeom prst="rect">
            <a:avLst/>
          </a:prstGeom>
        </p:spPr>
      </p:pic>
      <p:pic>
        <p:nvPicPr>
          <p:cNvPr id="20" name="slot_51" descr="/tmp/claude-0/-home-user-clinik/eeebfdc0-2c06-53ed-a395-49ca23f2cd9f/scratchpad/deck/img/slot_pencil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91072" y="3657600"/>
            <a:ext cx="402336" cy="402336"/>
          </a:xfrm>
          <a:prstGeom prst="rect">
            <a:avLst/>
          </a:prstGeom>
        </p:spPr>
      </p:pic>
      <p:pic>
        <p:nvPicPr>
          <p:cNvPr id="21" name="slotfull_pencil_52" descr="/tmp/claude-0/-home-user-clinik/eeebfdc0-2c06-53ed-a395-49ca23f2cd9f/scratchpad/deck/img/slotc_penci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91072" y="3657600"/>
            <a:ext cx="402336" cy="402336"/>
          </a:xfrm>
          <a:prstGeom prst="rect">
            <a:avLst/>
          </a:prstGeom>
        </p:spPr>
      </p:pic>
      <p:pic>
        <p:nvPicPr>
          <p:cNvPr id="22" name="slot_53" descr="/tmp/claude-0/-home-user-clinik/eeebfdc0-2c06-53ed-a395-49ca23f2cd9f/scratchpad/deck/img/slot_ruler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48272" y="3657600"/>
            <a:ext cx="402336" cy="402336"/>
          </a:xfrm>
          <a:prstGeom prst="rect">
            <a:avLst/>
          </a:prstGeom>
        </p:spPr>
      </p:pic>
      <p:pic>
        <p:nvPicPr>
          <p:cNvPr id="23" name="slotfull_ruler_54" descr="/tmp/claude-0/-home-user-clinik/eeebfdc0-2c06-53ed-a395-49ca23f2cd9f/scratchpad/deck/img/slotc_ruler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48272" y="3657600"/>
            <a:ext cx="402336" cy="402336"/>
          </a:xfrm>
          <a:prstGeom prst="rect">
            <a:avLst/>
          </a:prstGeom>
        </p:spPr>
      </p:pic>
      <p:pic>
        <p:nvPicPr>
          <p:cNvPr id="24" name="slot_55" descr="/tmp/claude-0/-home-user-clinik/eeebfdc0-2c06-53ed-a395-49ca23f2cd9f/scratchpad/deck/img/slot_notebook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05472" y="3657600"/>
            <a:ext cx="402336" cy="402336"/>
          </a:xfrm>
          <a:prstGeom prst="rect">
            <a:avLst/>
          </a:prstGeom>
        </p:spPr>
      </p:pic>
      <p:pic>
        <p:nvPicPr>
          <p:cNvPr id="25" name="slotfull_notebook_56" descr="/tmp/claude-0/-home-user-clinik/eeebfdc0-2c06-53ed-a395-49ca23f2cd9f/scratchpad/deck/img/slotc_notebook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05472" y="3657600"/>
            <a:ext cx="402336" cy="402336"/>
          </a:xfrm>
          <a:prstGeom prst="rect">
            <a:avLst/>
          </a:prstGeom>
        </p:spPr>
      </p:pic>
      <p:pic>
        <p:nvPicPr>
          <p:cNvPr id="26" name="slot_57" descr="/tmp/claude-0/-home-user-clinik/eeebfdc0-2c06-53ed-a395-49ca23f2cd9f/scratchpad/deck/img/slot_crayon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62672" y="3657600"/>
            <a:ext cx="402336" cy="402336"/>
          </a:xfrm>
          <a:prstGeom prst="rect">
            <a:avLst/>
          </a:prstGeom>
        </p:spPr>
      </p:pic>
      <p:pic>
        <p:nvPicPr>
          <p:cNvPr id="27" name="slotfull_crayon_58" descr="/tmp/claude-0/-home-user-clinik/eeebfdc0-2c06-53ed-a395-49ca23f2cd9f/scratchpad/deck/img/slotc_crayon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662672" y="3657600"/>
            <a:ext cx="402336" cy="402336"/>
          </a:xfrm>
          <a:prstGeom prst="rect">
            <a:avLst/>
          </a:prstGeom>
        </p:spPr>
      </p:pic>
      <p:pic>
        <p:nvPicPr>
          <p:cNvPr id="28" name="slot_59" descr="/tmp/claude-0/-home-user-clinik/eeebfdc0-2c06-53ed-a395-49ca23f2cd9f/scratchpad/deck/img/slot_scissors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91072" y="4114800"/>
            <a:ext cx="402336" cy="402336"/>
          </a:xfrm>
          <a:prstGeom prst="rect">
            <a:avLst/>
          </a:prstGeom>
        </p:spPr>
      </p:pic>
      <p:pic>
        <p:nvPicPr>
          <p:cNvPr id="29" name="slotfull_scissors_60" descr="/tmp/claude-0/-home-user-clinik/eeebfdc0-2c06-53ed-a395-49ca23f2cd9f/scratchpad/deck/img/slotc_scissors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91072" y="4114800"/>
            <a:ext cx="402336" cy="402336"/>
          </a:xfrm>
          <a:prstGeom prst="rect">
            <a:avLst/>
          </a:prstGeom>
        </p:spPr>
      </p:pic>
      <p:pic>
        <p:nvPicPr>
          <p:cNvPr id="30" name="slot_61" descr="/tmp/claude-0/-home-user-clinik/eeebfdc0-2c06-53ed-a395-49ca23f2cd9f/scratchpad/deck/img/slot_palette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748272" y="4114800"/>
            <a:ext cx="402336" cy="402336"/>
          </a:xfrm>
          <a:prstGeom prst="rect">
            <a:avLst/>
          </a:prstGeom>
        </p:spPr>
      </p:pic>
      <p:pic>
        <p:nvPicPr>
          <p:cNvPr id="31" name="slotfull_palette_62" descr="/tmp/claude-0/-home-user-clinik/eeebfdc0-2c06-53ed-a395-49ca23f2cd9f/scratchpad/deck/img/slotc_palette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748272" y="4114800"/>
            <a:ext cx="402336" cy="402336"/>
          </a:xfrm>
          <a:prstGeom prst="rect">
            <a:avLst/>
          </a:prstGeom>
        </p:spPr>
      </p:pic>
      <p:pic>
        <p:nvPicPr>
          <p:cNvPr id="32" name="slot_63" descr="/tmp/claude-0/-home-user-clinik/eeebfdc0-2c06-53ed-a395-49ca23f2cd9f/scratchpad/deck/img/slot_bookblue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205472" y="4114800"/>
            <a:ext cx="402336" cy="402336"/>
          </a:xfrm>
          <a:prstGeom prst="rect">
            <a:avLst/>
          </a:prstGeom>
        </p:spPr>
      </p:pic>
      <p:pic>
        <p:nvPicPr>
          <p:cNvPr id="33" name="slotfull_bookblue_64" descr="/tmp/claude-0/-home-user-clinik/eeebfdc0-2c06-53ed-a395-49ca23f2cd9f/scratchpad/deck/img/slotc_bookblue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205472" y="4114800"/>
            <a:ext cx="402336" cy="402336"/>
          </a:xfrm>
          <a:prstGeom prst="rect">
            <a:avLst/>
          </a:prstGeom>
        </p:spPr>
      </p:pic>
      <p:pic>
        <p:nvPicPr>
          <p:cNvPr id="34" name="slot_65" descr="/tmp/claude-0/-home-user-clinik/eeebfdc0-2c06-53ed-a395-49ca23f2cd9f/scratchpad/deck/img/slot_pen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662672" y="4114800"/>
            <a:ext cx="402336" cy="402336"/>
          </a:xfrm>
          <a:prstGeom prst="rect">
            <a:avLst/>
          </a:prstGeom>
        </p:spPr>
      </p:pic>
      <p:pic>
        <p:nvPicPr>
          <p:cNvPr id="35" name="slotfull_pen_66" descr="/tmp/claude-0/-home-user-clinik/eeebfdc0-2c06-53ed-a395-49ca23f2cd9f/scratchpad/deck/img/slotc_pen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662672" y="4114800"/>
            <a:ext cx="402336" cy="402336"/>
          </a:xfrm>
          <a:prstGeom prst="rect">
            <a:avLst/>
          </a:prstGeom>
        </p:spPr>
      </p:pic>
      <p:pic>
        <p:nvPicPr>
          <p:cNvPr id="36" name="cross_teddy_67" descr="/tmp/claude-0/-home-user-clinik/eeebfdc0-2c06-53ed-a395-49ca23f2cd9f/scratchpad/deck/img/xbadge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097634" y="1042416"/>
            <a:ext cx="329184" cy="347472"/>
          </a:xfrm>
          <a:prstGeom prst="rect">
            <a:avLst/>
          </a:prstGeom>
        </p:spPr>
      </p:pic>
      <p:pic>
        <p:nvPicPr>
          <p:cNvPr id="37" name="cross_gamepad_68" descr="/tmp/claude-0/-home-user-clinik/eeebfdc0-2c06-53ed-a395-49ca23f2cd9f/scratchpad/deck/img/xbadge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164178" y="1042416"/>
            <a:ext cx="329184" cy="347472"/>
          </a:xfrm>
          <a:prstGeom prst="rect">
            <a:avLst/>
          </a:prstGeom>
        </p:spPr>
      </p:pic>
      <p:pic>
        <p:nvPicPr>
          <p:cNvPr id="38" name="cross_car_69" descr="/tmp/claude-0/-home-user-clinik/eeebfdc0-2c06-53ed-a395-49ca23f2cd9f/scratchpad/deck/img/xbadge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64362" y="2029968"/>
            <a:ext cx="329184" cy="347472"/>
          </a:xfrm>
          <a:prstGeom prst="rect">
            <a:avLst/>
          </a:prstGeom>
        </p:spPr>
      </p:pic>
      <p:pic>
        <p:nvPicPr>
          <p:cNvPr id="39" name="cross_ball_70" descr="/tmp/claude-0/-home-user-clinik/eeebfdc0-2c06-53ed-a395-49ca23f2cd9f/scratchpad/deck/img/xbadge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164178" y="2029968"/>
            <a:ext cx="329184" cy="347472"/>
          </a:xfrm>
          <a:prstGeom prst="rect">
            <a:avLst/>
          </a:prstGeom>
        </p:spPr>
      </p:pic>
      <p:pic>
        <p:nvPicPr>
          <p:cNvPr id="40" name="cross_robot_71" descr="/tmp/claude-0/-home-user-clinik/eeebfdc0-2c06-53ed-a395-49ca23f2cd9f/scratchpad/deck/img/xbadge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614270" y="3017520"/>
            <a:ext cx="329184" cy="347472"/>
          </a:xfrm>
          <a:prstGeom prst="rect">
            <a:avLst/>
          </a:prstGeom>
        </p:spPr>
      </p:pic>
      <p:pic>
        <p:nvPicPr>
          <p:cNvPr id="41" name="cross_lollipop_72" descr="/tmp/claude-0/-home-user-clinik/eeebfdc0-2c06-53ed-a395-49ca23f2cd9f/scratchpad/deck/img/xbadge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680814" y="3017520"/>
            <a:ext cx="329184" cy="347472"/>
          </a:xfrm>
          <a:prstGeom prst="rect">
            <a:avLst/>
          </a:prstGeom>
        </p:spPr>
      </p:pic>
      <p:pic>
        <p:nvPicPr>
          <p:cNvPr id="42" name="hand_73" descr="/tmp/claude-0/-home-user-clinik/eeebfdc0-2c06-53ed-a395-49ca23f2cd9f/scratchpad/deck/img/em_han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57784" y="1499616"/>
            <a:ext cx="640080" cy="640080"/>
          </a:xfrm>
          <a:prstGeom prst="rect">
            <a:avLst/>
          </a:prstGeom>
        </p:spPr>
      </p:pic>
      <p:pic>
        <p:nvPicPr>
          <p:cNvPr id="43" name="home_74" descr="/tmp/claude-0/-home-user-clinik/eeebfdc0-2c06-53ed-a395-49ca23f2cd9f/scratchpad/deck/img/btn_home.png">
            <a:hlinkClick r:id="rId41" tooltip="В начало" action="ppaction://hlinksldjump"/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74320" y="4526280"/>
            <a:ext cx="457200" cy="475488"/>
          </a:xfrm>
          <a:prstGeom prst="rect">
            <a:avLst/>
          </a:prstGeom>
        </p:spPr>
      </p:pic>
      <p:pic>
        <p:nvPicPr>
          <p:cNvPr id="44" name="reward_75" descr="/tmp/claude-0/-home-user-clinik/eeebfdc0-2c06-53ed-a395-49ca23f2cd9f/scratchpad/deck/img/btn_star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772400" y="4498848"/>
            <a:ext cx="512064" cy="530352"/>
          </a:xfrm>
          <a:prstGeom prst="rect">
            <a:avLst/>
          </a:prstGeom>
        </p:spPr>
      </p:pic>
      <p:pic>
        <p:nvPicPr>
          <p:cNvPr id="45" name="next_76" descr="/tmp/claude-0/-home-user-clinik/eeebfdc0-2c06-53ed-a395-49ca23f2cd9f/scratchpad/deck/img/btn_next.png">
            <a:hlinkClick r:id="rId44" tooltip="Дальше" action="ppaction://hlinksldjump"/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8412480" y="4526280"/>
            <a:ext cx="457200" cy="475488"/>
          </a:xfrm>
          <a:prstGeom prst="rect">
            <a:avLst/>
          </a:prstGeom>
        </p:spPr>
      </p:pic>
      <p:sp>
        <p:nvSpPr>
          <p:cNvPr id="46" name="dim_7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55000"/>
            </a:schemeClr>
          </a:solidFill>
          <a:ln/>
        </p:spPr>
      </p:sp>
      <p:sp>
        <p:nvSpPr>
          <p:cNvPr id="47" name="wincard_78"/>
          <p:cNvSpPr/>
          <p:nvPr/>
        </p:nvSpPr>
        <p:spPr>
          <a:xfrm>
            <a:off x="2560320" y="1051560"/>
            <a:ext cx="4023360" cy="27432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63500" dir="5400000">
              <a:srgbClr val="000000">
                <a:alpha val="20000"/>
              </a:srgbClr>
            </a:outerShdw>
          </a:effectLst>
        </p:spPr>
      </p:sp>
      <p:sp>
        <p:nvSpPr>
          <p:cNvPr id="48" name="text_79"/>
          <p:cNvSpPr txBox="1"/>
          <p:nvPr/>
        </p:nvSpPr>
        <p:spPr>
          <a:xfrm>
            <a:off x="2560320" y="12344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Молодец!</a:t>
            </a:r>
            <a:endParaRPr lang="en-US" sz="4000" dirty="0"/>
          </a:p>
        </p:txBody>
      </p:sp>
      <p:pic>
        <p:nvPicPr>
          <p:cNvPr id="49" name="winstar_80" descr="/tmp/claude-0/-home-user-clinik/eeebfdc0-2c06-53ed-a395-49ca23f2cd9f/scratchpad/deck/img/em_star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017520" y="2148840"/>
            <a:ext cx="914400" cy="914400"/>
          </a:xfrm>
          <a:prstGeom prst="rect">
            <a:avLst/>
          </a:prstGeom>
        </p:spPr>
      </p:pic>
      <p:pic>
        <p:nvPicPr>
          <p:cNvPr id="50" name="winstar_81" descr="/tmp/claude-0/-home-user-clinik/eeebfdc0-2c06-53ed-a395-49ca23f2cd9f/scratchpad/deck/img/em_star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114800" y="2148840"/>
            <a:ext cx="914400" cy="914400"/>
          </a:xfrm>
          <a:prstGeom prst="rect">
            <a:avLst/>
          </a:prstGeom>
        </p:spPr>
      </p:pic>
      <p:pic>
        <p:nvPicPr>
          <p:cNvPr id="51" name="winstar_82" descr="/tmp/claude-0/-home-user-clinik/eeebfdc0-2c06-53ed-a395-49ca23f2cd9f/scratchpad/deck/img/em_star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212080" y="2148840"/>
            <a:ext cx="914400" cy="914400"/>
          </a:xfrm>
          <a:prstGeom prst="rect">
            <a:avLst/>
          </a:prstGeom>
        </p:spPr>
      </p:pic>
      <p:sp>
        <p:nvSpPr>
          <p:cNvPr id="52" name="confetti_83"/>
          <p:cNvSpPr/>
          <p:nvPr/>
        </p:nvSpPr>
        <p:spPr>
          <a:xfrm rot="1800000">
            <a:off x="3439869" y="-641133"/>
            <a:ext cx="131527" cy="17617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3" name="confetti_84"/>
          <p:cNvSpPr/>
          <p:nvPr/>
        </p:nvSpPr>
        <p:spPr>
          <a:xfrm rot="1500000">
            <a:off x="6475992" y="-427561"/>
            <a:ext cx="133144" cy="150501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4" name="confetti_85"/>
          <p:cNvSpPr/>
          <p:nvPr/>
        </p:nvSpPr>
        <p:spPr>
          <a:xfrm rot="4980000">
            <a:off x="3382192" y="-593744"/>
            <a:ext cx="131333" cy="113743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5" name="confetti_86"/>
          <p:cNvSpPr/>
          <p:nvPr/>
        </p:nvSpPr>
        <p:spPr>
          <a:xfrm rot="1260000">
            <a:off x="3102483" y="-579924"/>
            <a:ext cx="96480" cy="140741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56" name="confetti_87"/>
          <p:cNvSpPr/>
          <p:nvPr/>
        </p:nvSpPr>
        <p:spPr>
          <a:xfrm rot="2160000">
            <a:off x="4568372" y="-669224"/>
            <a:ext cx="113755" cy="14749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57" name="confetti_88"/>
          <p:cNvSpPr/>
          <p:nvPr/>
        </p:nvSpPr>
        <p:spPr>
          <a:xfrm rot="4440000">
            <a:off x="7032565" y="-441950"/>
            <a:ext cx="94313" cy="13836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58" name="confetti_89"/>
          <p:cNvSpPr/>
          <p:nvPr/>
        </p:nvSpPr>
        <p:spPr>
          <a:xfrm rot="3180000">
            <a:off x="5651894" y="-536874"/>
            <a:ext cx="136917" cy="12582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9" name="confetti_90"/>
          <p:cNvSpPr/>
          <p:nvPr/>
        </p:nvSpPr>
        <p:spPr>
          <a:xfrm rot="1320000">
            <a:off x="6746890" y="-414357"/>
            <a:ext cx="129813" cy="176133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0" name="confetti_91"/>
          <p:cNvSpPr/>
          <p:nvPr/>
        </p:nvSpPr>
        <p:spPr>
          <a:xfrm rot="1260000">
            <a:off x="6120980" y="-653454"/>
            <a:ext cx="120591" cy="14552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1" name="confetti_92"/>
          <p:cNvSpPr/>
          <p:nvPr/>
        </p:nvSpPr>
        <p:spPr>
          <a:xfrm rot="4860000">
            <a:off x="5690742" y="-417240"/>
            <a:ext cx="73342" cy="176515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62" name="confetti_93"/>
          <p:cNvSpPr/>
          <p:nvPr/>
        </p:nvSpPr>
        <p:spPr>
          <a:xfrm rot="4140000">
            <a:off x="2051083" y="-425839"/>
            <a:ext cx="90195" cy="126025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63" name="confetti_94"/>
          <p:cNvSpPr/>
          <p:nvPr/>
        </p:nvSpPr>
        <p:spPr>
          <a:xfrm rot="180000">
            <a:off x="1386295" y="-656454"/>
            <a:ext cx="80212" cy="176957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64" name="confetti_95"/>
          <p:cNvSpPr/>
          <p:nvPr/>
        </p:nvSpPr>
        <p:spPr>
          <a:xfrm rot="2160000">
            <a:off x="2385109" y="-653489"/>
            <a:ext cx="122111" cy="140423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5" name="confetti_96"/>
          <p:cNvSpPr/>
          <p:nvPr/>
        </p:nvSpPr>
        <p:spPr>
          <a:xfrm rot="2280000">
            <a:off x="6523785" y="-610417"/>
            <a:ext cx="95647" cy="155193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6" name="confetti_97"/>
          <p:cNvSpPr/>
          <p:nvPr/>
        </p:nvSpPr>
        <p:spPr>
          <a:xfrm rot="720000">
            <a:off x="8083637" y="-588475"/>
            <a:ext cx="113631" cy="173531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7" name="confetti_98"/>
          <p:cNvSpPr/>
          <p:nvPr/>
        </p:nvSpPr>
        <p:spPr>
          <a:xfrm rot="2820000">
            <a:off x="4072758" y="-593248"/>
            <a:ext cx="104008" cy="12341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8" name="confetti_99"/>
          <p:cNvSpPr/>
          <p:nvPr/>
        </p:nvSpPr>
        <p:spPr>
          <a:xfrm rot="3900000">
            <a:off x="2815600" y="-467100"/>
            <a:ext cx="121214" cy="111631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69" name="confetti_100"/>
          <p:cNvSpPr/>
          <p:nvPr/>
        </p:nvSpPr>
        <p:spPr>
          <a:xfrm rot="3660000">
            <a:off x="7271910" y="-661116"/>
            <a:ext cx="77973" cy="166266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70" name="confetti_101"/>
          <p:cNvSpPr/>
          <p:nvPr/>
        </p:nvSpPr>
        <p:spPr>
          <a:xfrm rot="600000">
            <a:off x="589105" y="-433500"/>
            <a:ext cx="119496" cy="175433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1" name="confetti_102"/>
          <p:cNvSpPr/>
          <p:nvPr/>
        </p:nvSpPr>
        <p:spPr>
          <a:xfrm rot="2460000">
            <a:off x="1993964" y="-478211"/>
            <a:ext cx="85442" cy="119505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2" name="confetti_103"/>
          <p:cNvSpPr/>
          <p:nvPr/>
        </p:nvSpPr>
        <p:spPr>
          <a:xfrm rot="5280000">
            <a:off x="794579" y="-633031"/>
            <a:ext cx="98556" cy="140191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3" name="confetti_104"/>
          <p:cNvSpPr/>
          <p:nvPr/>
        </p:nvSpPr>
        <p:spPr>
          <a:xfrm rot="3480000">
            <a:off x="1724484" y="-486293"/>
            <a:ext cx="86602" cy="153811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4" name="confetti_105"/>
          <p:cNvSpPr/>
          <p:nvPr/>
        </p:nvSpPr>
        <p:spPr>
          <a:xfrm rot="480000">
            <a:off x="309741" y="-524901"/>
            <a:ext cx="99614" cy="132731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75" name="confetti_106"/>
          <p:cNvSpPr/>
          <p:nvPr/>
        </p:nvSpPr>
        <p:spPr>
          <a:xfrm rot="3060000">
            <a:off x="8458869" y="-593036"/>
            <a:ext cx="101113" cy="172269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76" name="confetti_107"/>
          <p:cNvSpPr/>
          <p:nvPr/>
        </p:nvSpPr>
        <p:spPr>
          <a:xfrm rot="4800000">
            <a:off x="5930428" y="-611452"/>
            <a:ext cx="109472" cy="16252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7" name="confetti_108"/>
          <p:cNvSpPr/>
          <p:nvPr/>
        </p:nvSpPr>
        <p:spPr>
          <a:xfrm rot="4740000">
            <a:off x="3316787" y="-505508"/>
            <a:ext cx="134422" cy="18105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8" name="confetti_109"/>
          <p:cNvSpPr/>
          <p:nvPr/>
        </p:nvSpPr>
        <p:spPr>
          <a:xfrm rot="4320000">
            <a:off x="7064556" y="-662636"/>
            <a:ext cx="86406" cy="12715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9" name="confetti_110"/>
          <p:cNvSpPr/>
          <p:nvPr/>
        </p:nvSpPr>
        <p:spPr>
          <a:xfrm rot="2340000">
            <a:off x="7704192" y="-599840"/>
            <a:ext cx="128970" cy="150941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0" name="confetti_111"/>
          <p:cNvSpPr/>
          <p:nvPr/>
        </p:nvSpPr>
        <p:spPr>
          <a:xfrm rot="600000">
            <a:off x="3148603" y="-652163"/>
            <a:ext cx="130685" cy="169863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1" name="confetti_112"/>
          <p:cNvSpPr/>
          <p:nvPr/>
        </p:nvSpPr>
        <p:spPr>
          <a:xfrm rot="1140000">
            <a:off x="6166346" y="-458931"/>
            <a:ext cx="98581" cy="111307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82" name="confetti_113"/>
          <p:cNvSpPr/>
          <p:nvPr/>
        </p:nvSpPr>
        <p:spPr>
          <a:xfrm rot="720000">
            <a:off x="7178647" y="-617528"/>
            <a:ext cx="113258" cy="11089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3" name="confetti_114"/>
          <p:cNvSpPr/>
          <p:nvPr/>
        </p:nvSpPr>
        <p:spPr>
          <a:xfrm rot="540000">
            <a:off x="6248231" y="-575401"/>
            <a:ext cx="110801" cy="166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4" name="confetti_115"/>
          <p:cNvSpPr/>
          <p:nvPr/>
        </p:nvSpPr>
        <p:spPr>
          <a:xfrm rot="1320000">
            <a:off x="5546897" y="-634456"/>
            <a:ext cx="89213" cy="12604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5" name="confetti_116"/>
          <p:cNvSpPr/>
          <p:nvPr/>
        </p:nvSpPr>
        <p:spPr>
          <a:xfrm rot="2700000">
            <a:off x="7117177" y="-663708"/>
            <a:ext cx="123844" cy="157983"/>
          </a:xfrm>
          <a:prstGeom prst="ellipse">
            <a:avLst/>
          </a:prstGeom>
          <a:solidFill>
            <a:schemeClr val="accent4"/>
          </a:solidFill>
          <a:ln/>
        </p:spPr>
      </p:sp>
    </p:spTree>
  </p:cSld>
  <p:clrMapOvr>
    <a:masterClrMapping/>
  </p:clrMapOvr>
  <p:transition spd="slow" advClick="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fill="hold" accel="25000" decel="25000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689 0.1045 E" pathEditMode="relative" rAng="0">
                                      <p:cBhvr>
                                        <p:cTn id="9" dur="1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fill="hold" accel="25000" decel="25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378 -0.2311 0.4823 -0.2311 0.689 0.1045 E" pathEditMode="relative" rAng="0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6" presetClass="emph" presetSubtype="0" fill="hold" autoRev="1" grpId="0" nodeType="withEffect">
                                  <p:stCondLst>
                                    <p:cond delay="850"/>
                                  </p:stCondLst>
                                  <p:childTnLst>
                                    <p:animScale>
                                      <p:cBhvr>
                                        <p:cTn id="24" dur="180" fill="hold"/>
                                        <p:tgtEl>
                                          <p:spTgt spid="19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25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3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75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2" presetClass="emph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120000">
                                      <p:cBhvr>
                                        <p:cTn id="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6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7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8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9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0" presetClass="path" presetSubtype="0" fill="hold" accel="25000" decel="25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926 -0.2311 0.3241 -0.2311 0.463 0.1045 E" pathEditMode="relative" rAng="0">
                                      <p:cBhvr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6" presetClass="emph" presetSubtype="0" fill="hold" autoRev="1" grpId="0" nodeType="withEffect">
                                  <p:stCondLst>
                                    <p:cond delay="850"/>
                                  </p:stCondLst>
                                  <p:childTnLst>
                                    <p:animScale>
                                      <p:cBhvr>
                                        <p:cTn id="61" dur="180" fill="hold"/>
                                        <p:tgtEl>
                                          <p:spTgt spid="19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225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2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3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4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5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3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75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2" presetClass="emph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120000">
                                      <p:cBhvr>
                                        <p:cTn id="8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3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4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5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6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0" presetClass="path" presetSubtype="0" fill="hold" accel="25000" decel="25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474 -0.2311 0.1659 -0.2311 0.237 0.1045 E" pathEditMode="relative" rAng="0">
                                      <p:cBhvr>
                                        <p:cTn id="9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3" dur="1000" fill="hold"/>
                                        <p:tgtEl>
                                          <p:spTgt spid="9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6" presetClass="emph" presetSubtype="0" fill="hold" autoRev="1" grpId="0" nodeType="withEffect">
                                  <p:stCondLst>
                                    <p:cond delay="850"/>
                                  </p:stCondLst>
                                  <p:childTnLst>
                                    <p:animScale>
                                      <p:cBhvr>
                                        <p:cTn id="98" dur="180" fill="hold"/>
                                        <p:tgtEl>
                                          <p:spTgt spid="19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225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9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0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1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2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3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3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175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32" presetClass="emph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120000">
                                      <p:cBhvr>
                                        <p:cTn id="1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0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1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2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3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0" presetClass="path" presetSubtype="0" fill="hold" accel="25000" decel="25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152 -0.3186 0.4032 -0.3186 0.576 -0.0875 E" pathEditMode="relative" rAng="0">
                                      <p:cBhvr>
                                        <p:cTn id="1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0" dur="1000" fill="hold"/>
                                        <p:tgtEl>
                                          <p:spTgt spid="11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6" presetClass="emph" presetSubtype="0" fill="hold" autoRev="1" grpId="0" nodeType="withEffect">
                                  <p:stCondLst>
                                    <p:cond delay="850"/>
                                  </p:stCondLst>
                                  <p:childTnLst>
                                    <p:animScale>
                                      <p:cBhvr>
                                        <p:cTn id="135" dur="180" fill="hold"/>
                                        <p:tgtEl>
                                          <p:spTgt spid="19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13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225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0" presetClass="path" presetSubtype="0" fill="hold" accel="25000" decel="25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926 -0.3186 0.3241 -0.3186 0.463 -0.0875 E" pathEditMode="relative" rAng="0">
                                      <p:cBhvr>
                                        <p:cTn id="1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7" dur="1000" fill="hold"/>
                                        <p:tgtEl>
                                          <p:spTgt spid="12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6" presetClass="emph" presetSubtype="0" fill="hold" autoRev="1" grpId="0" nodeType="withEffect">
                                  <p:stCondLst>
                                    <p:cond delay="850"/>
                                  </p:stCondLst>
                                  <p:childTnLst>
                                    <p:animScale>
                                      <p:cBhvr>
                                        <p:cTn id="152" dur="180" fill="hold"/>
                                        <p:tgtEl>
                                          <p:spTgt spid="19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153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225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3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4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5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6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3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3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175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32" presetClass="emph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120000">
                                      <p:cBhvr>
                                        <p:cTn id="1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4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5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6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7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" fill="hold">
                      <p:stCondLst>
                        <p:cond delay="0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0" presetClass="path" presetSubtype="0" fill="hold" accel="25000" decel="25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474 -0.3186 0.1659 -0.3186 0.237 -0.0875 E" pathEditMode="relative" rAng="0">
                                      <p:cBhvr>
                                        <p:cTn id="18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3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4" dur="1000" fill="hold"/>
                                        <p:tgtEl>
                                          <p:spTgt spid="14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185" presetID="10" presetClass="exit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6" presetClass="emph" presetSubtype="0" fill="hold" autoRev="1" grpId="0" nodeType="withEffect">
                                  <p:stCondLst>
                                    <p:cond delay="850"/>
                                  </p:stCondLst>
                                  <p:childTnLst>
                                    <p:animScale>
                                      <p:cBhvr>
                                        <p:cTn id="189" dur="180" fill="hold"/>
                                        <p:tgtEl>
                                          <p:spTgt spid="19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190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225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0" presetClass="path" presetSubtype="0" fill="hold" accel="25000" decel="25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265 -0.5106 0.4427 -0.5106 0.6325 -0.2795 E" pathEditMode="relative" rAng="0">
                                      <p:cBhvr>
                                        <p:cTn id="19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1" dur="1000" fill="hold"/>
                                        <p:tgtEl>
                                          <p:spTgt spid="15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6" presetClass="emph" presetSubtype="0" fill="hold" autoRev="1" grpId="0" nodeType="withEffect">
                                  <p:stCondLst>
                                    <p:cond delay="850"/>
                                  </p:stCondLst>
                                  <p:childTnLst>
                                    <p:animScale>
                                      <p:cBhvr>
                                        <p:cTn id="206" dur="180" fill="hold"/>
                                        <p:tgtEl>
                                          <p:spTgt spid="19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207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225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3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3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5" dur="175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32" presetClass="emph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120000">
                                      <p:cBhvr>
                                        <p:cTn id="2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8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9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0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31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0" presetClass="path" presetSubtype="0" fill="hold" accel="25000" decel="25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813 -0.5106 0.2845 -0.5106 0.4065 -0.2795 E" pathEditMode="relative" rAng="0">
                                      <p:cBhvr>
                                        <p:cTn id="2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38" dur="1000" fill="hold"/>
                                        <p:tgtEl>
                                          <p:spTgt spid="17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239" presetID="10" presetClass="exit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6" presetClass="emph" presetSubtype="0" fill="hold" autoRev="1" grpId="0" nodeType="withEffect">
                                  <p:stCondLst>
                                    <p:cond delay="850"/>
                                  </p:stCondLst>
                                  <p:childTnLst>
                                    <p:animScale>
                                      <p:cBhvr>
                                        <p:cTn id="243" dur="180" fill="hold"/>
                                        <p:tgtEl>
                                          <p:spTgt spid="19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244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6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8" dur="225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5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4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55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6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7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0" dur="3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3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2" dur="175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32" presetClass="emph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120000">
                                      <p:cBhvr>
                                        <p:cTn id="26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5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6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7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8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9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0" fill="hold">
                      <p:stCondLst>
                        <p:cond delay="0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9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4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8" presetClass="emph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29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2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8" presetClass="emp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21600000">
                                      <p:cBhvr>
                                        <p:cTn id="29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9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8" presetClass="emph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21600000">
                                      <p:cBhvr>
                                        <p:cTn id="30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6" presetID="0" presetClass="path" presetSubtype="0" fill="hold" accel="25000" decel="25000" grpId="0" nodeType="withEffect">
                                  <p:stCondLst>
                                    <p:cond delay="808"/>
                                  </p:stCondLst>
                                  <p:childTnLst>
                                    <p:animMotion origin="layout" path="M 0 0 C -0.0417 0.35 0.0417 0.75 -0.0625 1.2 E" pathEditMode="relative" rAng="0">
                                      <p:cBhvr>
                                        <p:cTn id="307" dur="2814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8" presetID="8" presetClass="emph" presetSubtype="0" fill="hold" grpId="0" nodeType="withEffect">
                                  <p:stCondLst>
                                    <p:cond delay="808"/>
                                  </p:stCondLst>
                                  <p:childTnLst>
                                    <p:animRot by="43200000">
                                      <p:cBhvr>
                                        <p:cTn id="309" dur="2814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0" presetID="0" presetClass="path" presetSubtype="0" fill="hold" accel="25000" decel="25000" grpId="0" nodeType="withEffect">
                                  <p:stCondLst>
                                    <p:cond delay="956"/>
                                  </p:stCondLst>
                                  <p:childTnLst>
                                    <p:animMotion origin="layout" path="M 0 0 C 0.0073 0.35 -0.0073 0.75 0.0109 1.2 E" pathEditMode="relative" rAng="0">
                                      <p:cBhvr>
                                        <p:cTn id="311" dur="2806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2" presetID="8" presetClass="emph" presetSubtype="0" fill="hold" grpId="0" nodeType="withEffect">
                                  <p:stCondLst>
                                    <p:cond delay="956"/>
                                  </p:stCondLst>
                                  <p:childTnLst>
                                    <p:animRot by="43200000">
                                      <p:cBhvr>
                                        <p:cTn id="313" dur="2806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4" presetID="0" presetClass="path" presetSubtype="0" fill="hold" accel="25000" decel="25000" grpId="0" nodeType="withEffect">
                                  <p:stCondLst>
                                    <p:cond delay="716"/>
                                  </p:stCondLst>
                                  <p:childTnLst>
                                    <p:animMotion origin="layout" path="M 0 0 C 0.0018 0.35 -0.0018 0.75 0.0027 1.2 E" pathEditMode="relative" rAng="0">
                                      <p:cBhvr>
                                        <p:cTn id="315" dur="2787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6" presetID="8" presetClass="emph" presetSubtype="0" fill="hold" grpId="0" nodeType="withEffect">
                                  <p:stCondLst>
                                    <p:cond delay="716"/>
                                  </p:stCondLst>
                                  <p:childTnLst>
                                    <p:animRot by="43200000">
                                      <p:cBhvr>
                                        <p:cTn id="317" dur="2787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8" presetID="0" presetClass="path" presetSubtype="0" fill="hold" accel="25000" decel="25000" grpId="0" nodeType="withEffect">
                                  <p:stCondLst>
                                    <p:cond delay="920"/>
                                  </p:stCondLst>
                                  <p:childTnLst>
                                    <p:animMotion origin="layout" path="M 0 0 C 0.0488 0.35 -0.0488 0.75 0.0732 1.2 E" pathEditMode="relative" rAng="0">
                                      <p:cBhvr>
                                        <p:cTn id="319" dur="3336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0" presetID="8" presetClass="emph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animRot by="-43200000">
                                      <p:cBhvr>
                                        <p:cTn id="321" dur="3336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2" presetID="0" presetClass="path" presetSubtype="0" fill="hold" accel="25000" decel="25000" grpId="0" nodeType="withEffect">
                                  <p:stCondLst>
                                    <p:cond delay="776"/>
                                  </p:stCondLst>
                                  <p:childTnLst>
                                    <p:animMotion origin="layout" path="M 0 0 C 0.025 0.35 -0.025 0.75 0.0375 1.2 E" pathEditMode="relative" rAng="0">
                                      <p:cBhvr>
                                        <p:cTn id="323" dur="3004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4" presetID="8" presetClass="emph" presetSubtype="0" fill="hold" grpId="0" nodeType="withEffect">
                                  <p:stCondLst>
                                    <p:cond delay="776"/>
                                  </p:stCondLst>
                                  <p:childTnLst>
                                    <p:animRot by="43200000">
                                      <p:cBhvr>
                                        <p:cTn id="325" dur="3004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6" presetID="0" presetClass="path" presetSubtype="0" fill="hold" accel="25000" decel="25000" grpId="0" nodeType="withEffect">
                                  <p:stCondLst>
                                    <p:cond delay="885"/>
                                  </p:stCondLst>
                                  <p:childTnLst>
                                    <p:animMotion origin="layout" path="M 0 0 C -0.0507 0.35 0.0507 0.75 -0.076 1.2 E" pathEditMode="relative" rAng="0">
                                      <p:cBhvr>
                                        <p:cTn id="327" dur="2484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8" presetID="8" presetClass="emph" presetSubtype="0" fill="hold" grpId="0" nodeType="withEffect">
                                  <p:stCondLst>
                                    <p:cond delay="885"/>
                                  </p:stCondLst>
                                  <p:childTnLst>
                                    <p:animRot by="43200000">
                                      <p:cBhvr>
                                        <p:cTn id="329" dur="2484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0" presetID="0" presetClass="path" presetSubtype="0" fill="hold" accel="25000" decel="25000" grpId="0" nodeType="withEffect">
                                  <p:stCondLst>
                                    <p:cond delay="1245"/>
                                  </p:stCondLst>
                                  <p:childTnLst>
                                    <p:animMotion origin="layout" path="M 0 0 C -0.0435 0.35 0.0435 0.75 -0.0652 1.2 E" pathEditMode="relative" rAng="0">
                                      <p:cBhvr>
                                        <p:cTn id="331" dur="336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2" presetID="8" presetClass="emph" presetSubtype="0" fill="hold" grpId="0" nodeType="withEffect">
                                  <p:stCondLst>
                                    <p:cond delay="1245"/>
                                  </p:stCondLst>
                                  <p:childTnLst>
                                    <p:animRot by="-43200000">
                                      <p:cBhvr>
                                        <p:cTn id="333" dur="336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4" presetID="0" presetClass="path" presetSubtype="0" fill="hold" accel="25000" decel="25000" grpId="0" nodeType="withEffect">
                                  <p:stCondLst>
                                    <p:cond delay="601"/>
                                  </p:stCondLst>
                                  <p:childTnLst>
                                    <p:animMotion origin="layout" path="M 0 0 C -0.0509 0.35 0.0509 0.75 -0.0763 1.2 E" pathEditMode="relative" rAng="0">
                                      <p:cBhvr>
                                        <p:cTn id="335" dur="304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6" presetID="8" presetClass="emph" presetSubtype="0" fill="hold" grpId="0" nodeType="withEffect">
                                  <p:stCondLst>
                                    <p:cond delay="601"/>
                                  </p:stCondLst>
                                  <p:childTnLst>
                                    <p:animRot by="43200000">
                                      <p:cBhvr>
                                        <p:cTn id="337" dur="304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8" presetID="0" presetClass="path" presetSubtype="0" fill="hold" accel="25000" decel="25000" grpId="0" nodeType="withEffect">
                                  <p:stCondLst>
                                    <p:cond delay="1226"/>
                                  </p:stCondLst>
                                  <p:childTnLst>
                                    <p:animMotion origin="layout" path="M 0 0 C -0.0151 0.35 0.0151 0.75 -0.0227 1.2 E" pathEditMode="relative" rAng="0">
                                      <p:cBhvr>
                                        <p:cTn id="339" dur="2442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0" presetID="8" presetClass="emph" presetSubtype="0" fill="hold" grpId="0" nodeType="withEffect">
                                  <p:stCondLst>
                                    <p:cond delay="1226"/>
                                  </p:stCondLst>
                                  <p:childTnLst>
                                    <p:animRot by="43200000">
                                      <p:cBhvr>
                                        <p:cTn id="341" dur="2442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2" presetID="0" presetClass="path" presetSubtype="0" fill="hold" accel="25000" decel="25000" grpId="0" nodeType="withEffect">
                                  <p:stCondLst>
                                    <p:cond delay="1278"/>
                                  </p:stCondLst>
                                  <p:childTnLst>
                                    <p:animMotion origin="layout" path="M 0 0 C -0.0374 0.35 0.0374 0.75 -0.0561 1.2 E" pathEditMode="relative" rAng="0">
                                      <p:cBhvr>
                                        <p:cTn id="343" dur="2978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4" presetID="8" presetClass="emph" presetSubtype="0" fill="hold" grpId="0" nodeType="withEffect">
                                  <p:stCondLst>
                                    <p:cond delay="1278"/>
                                  </p:stCondLst>
                                  <p:childTnLst>
                                    <p:animRot by="-43200000">
                                      <p:cBhvr>
                                        <p:cTn id="345" dur="2978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6" presetID="0" presetClass="path" presetSubtype="0" fill="hold" accel="25000" decel="25000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C 0.0241 0.35 -0.0241 0.75 0.0361 1.2 E" pathEditMode="relative" rAng="0">
                                      <p:cBhvr>
                                        <p:cTn id="347" dur="2898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8" presetID="8" presetClass="emph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43200000">
                                      <p:cBhvr>
                                        <p:cTn id="349" dur="2898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0" presetID="0" presetClass="path" presetSubtype="0" fill="hold" accel="25000" decel="25000" grpId="0" nodeType="withEffect">
                                  <p:stCondLst>
                                    <p:cond delay="1203"/>
                                  </p:stCondLst>
                                  <p:childTnLst>
                                    <p:animMotion origin="layout" path="M 0 0 C 0.046 0.35 -0.046 0.75 0.069 1.2 E" pathEditMode="relative" rAng="0">
                                      <p:cBhvr>
                                        <p:cTn id="351" dur="349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2" presetID="8" presetClass="emph" presetSubtype="0" fill="hold" grpId="0" nodeType="withEffect">
                                  <p:stCondLst>
                                    <p:cond delay="1203"/>
                                  </p:stCondLst>
                                  <p:childTnLst>
                                    <p:animRot by="-43200000">
                                      <p:cBhvr>
                                        <p:cTn id="353" dur="349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4" presetID="0" presetClass="path" presetSubtype="0" fill="hold" accel="25000" decel="25000" grpId="0" nodeType="withEffect">
                                  <p:stCondLst>
                                    <p:cond delay="883"/>
                                  </p:stCondLst>
                                  <p:childTnLst>
                                    <p:animMotion origin="layout" path="M 0 0 C -0.0318 0.35 0.0318 0.75 -0.0477 1.2 E" pathEditMode="relative" rAng="0">
                                      <p:cBhvr>
                                        <p:cTn id="355" dur="3364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6" presetID="8" presetClass="emph" presetSubtype="0" fill="hold" grpId="0" nodeType="withEffect">
                                  <p:stCondLst>
                                    <p:cond delay="883"/>
                                  </p:stCondLst>
                                  <p:childTnLst>
                                    <p:animRot by="-43200000">
                                      <p:cBhvr>
                                        <p:cTn id="357" dur="3364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8" presetID="0" presetClass="path" presetSubtype="0" fill="hold" accel="25000" decel="25000" grpId="0" nodeType="withEffect">
                                  <p:stCondLst>
                                    <p:cond delay="818"/>
                                  </p:stCondLst>
                                  <p:childTnLst>
                                    <p:animMotion origin="layout" path="M 0 0 C -0.0362 0.35 0.0362 0.75 -0.0542 1.2 E" pathEditMode="relative" rAng="0">
                                      <p:cBhvr>
                                        <p:cTn id="359" dur="3483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0" presetID="8" presetClass="emph" presetSubtype="0" fill="hold" grpId="0" nodeType="withEffect">
                                  <p:stCondLst>
                                    <p:cond delay="818"/>
                                  </p:stCondLst>
                                  <p:childTnLst>
                                    <p:animRot by="-43200000">
                                      <p:cBhvr>
                                        <p:cTn id="361" dur="3483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2" presetID="0" presetClass="path" presetSubtype="0" fill="hold" accel="25000" decel="25000" grpId="0" nodeType="withEffect">
                                  <p:stCondLst>
                                    <p:cond delay="990"/>
                                  </p:stCondLst>
                                  <p:childTnLst>
                                    <p:animMotion origin="layout" path="M 0 0 C -0.0003 0.35 0.0003 0.75 -0.0005 1.2 E" pathEditMode="relative" rAng="0">
                                      <p:cBhvr>
                                        <p:cTn id="363" dur="3226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4" presetID="8" presetClass="emph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animRot by="-43200000">
                                      <p:cBhvr>
                                        <p:cTn id="365" dur="3226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6" presetID="0" presetClass="path" presetSubtype="0" fill="hold" accel="25000" decel="25000" grpId="0" nodeType="withEffect">
                                  <p:stCondLst>
                                    <p:cond delay="955"/>
                                  </p:stCondLst>
                                  <p:childTnLst>
                                    <p:animMotion origin="layout" path="M 0 0 C 0.0074 0.35 -0.0074 0.75 0.0111 1.2 E" pathEditMode="relative" rAng="0">
                                      <p:cBhvr>
                                        <p:cTn id="367" dur="3209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8" presetID="8" presetClass="emph" presetSubtype="0" fill="hold" grpId="0" nodeType="withEffect">
                                  <p:stCondLst>
                                    <p:cond delay="955"/>
                                  </p:stCondLst>
                                  <p:childTnLst>
                                    <p:animRot by="43200000">
                                      <p:cBhvr>
                                        <p:cTn id="369" dur="3209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0" presetID="0" presetClass="path" presetSubtype="0" fill="hold" accel="25000" decel="25000" grpId="0" nodeType="withEffect">
                                  <p:stCondLst>
                                    <p:cond delay="765"/>
                                  </p:stCondLst>
                                  <p:childTnLst>
                                    <p:animMotion origin="layout" path="M 0 0 C -0.0251 0.35 0.0251 0.75 -0.0376 1.2 E" pathEditMode="relative" rAng="0">
                                      <p:cBhvr>
                                        <p:cTn id="371" dur="309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2" presetID="8" presetClass="emph" presetSubtype="0" fill="hold" grpId="0" nodeType="withEffect">
                                  <p:stCondLst>
                                    <p:cond delay="765"/>
                                  </p:stCondLst>
                                  <p:childTnLst>
                                    <p:animRot by="43200000">
                                      <p:cBhvr>
                                        <p:cTn id="373" dur="309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4" presetID="0" presetClass="path" presetSubtype="0" fill="hold" accel="25000" decel="25000" grpId="0" nodeType="withEffect">
                                  <p:stCondLst>
                                    <p:cond delay="618"/>
                                  </p:stCondLst>
                                  <p:childTnLst>
                                    <p:animMotion origin="layout" path="M 0 0 C 0.0551 0.35 -0.0551 0.75 0.0826 1.2 E" pathEditMode="relative" rAng="0">
                                      <p:cBhvr>
                                        <p:cTn id="375" dur="3214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6" presetID="8" presetClass="emph" presetSubtype="0" fill="hold" grpId="0" nodeType="withEffect">
                                  <p:stCondLst>
                                    <p:cond delay="618"/>
                                  </p:stCondLst>
                                  <p:childTnLst>
                                    <p:animRot by="-43200000">
                                      <p:cBhvr>
                                        <p:cTn id="377" dur="3214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8" presetID="0" presetClass="path" presetSubtype="0" fill="hold" accel="25000" decel="25000" grpId="0" nodeType="withEffect">
                                  <p:stCondLst>
                                    <p:cond delay="607"/>
                                  </p:stCondLst>
                                  <p:childTnLst>
                                    <p:animMotion origin="layout" path="M 0 0 C -0.0498 0.35 0.0498 0.75 -0.0747 1.2 E" pathEditMode="relative" rAng="0">
                                      <p:cBhvr>
                                        <p:cTn id="379" dur="3026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0" presetID="8" presetClass="emph" presetSubtype="0" fill="hold" grpId="0" nodeType="withEffect">
                                  <p:stCondLst>
                                    <p:cond delay="607"/>
                                  </p:stCondLst>
                                  <p:childTnLst>
                                    <p:animRot by="-43200000">
                                      <p:cBhvr>
                                        <p:cTn id="381" dur="3026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2" presetID="0" presetClass="path" presetSubtype="0" fill="hold" accel="25000" decel="25000" grpId="0" nodeType="withEffect">
                                  <p:stCondLst>
                                    <p:cond delay="896"/>
                                  </p:stCondLst>
                                  <p:childTnLst>
                                    <p:animMotion origin="layout" path="M 0 0 C 0.0593 0.35 -0.0593 0.75 0.0889 1.2 E" pathEditMode="relative" rAng="0">
                                      <p:cBhvr>
                                        <p:cTn id="383" dur="3109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4" presetID="8" presetClass="emph" presetSubtype="0" fill="hold" grpId="0" nodeType="withEffect">
                                  <p:stCondLst>
                                    <p:cond delay="896"/>
                                  </p:stCondLst>
                                  <p:childTnLst>
                                    <p:animRot by="-43200000">
                                      <p:cBhvr>
                                        <p:cTn id="385" dur="3109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6" presetID="0" presetClass="path" presetSubtype="0" fill="hold" accel="25000" decel="25000" grpId="0" nodeType="withEffect">
                                  <p:stCondLst>
                                    <p:cond delay="1248"/>
                                  </p:stCondLst>
                                  <p:childTnLst>
                                    <p:animMotion origin="layout" path="M 0 0 C -0.0417 0.35 0.0417 0.75 -0.0626 1.2 E" pathEditMode="relative" rAng="0">
                                      <p:cBhvr>
                                        <p:cTn id="387" dur="291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8" presetID="8" presetClass="emph" presetSubtype="0" fill="hold" grpId="0" nodeType="withEffect">
                                  <p:stCondLst>
                                    <p:cond delay="1248"/>
                                  </p:stCondLst>
                                  <p:childTnLst>
                                    <p:animRot by="43200000">
                                      <p:cBhvr>
                                        <p:cTn id="389" dur="291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0" presetID="0" presetClass="path" presetSubtype="0" fill="hold" accel="25000" decel="25000" grpId="0" nodeType="withEffect">
                                  <p:stCondLst>
                                    <p:cond delay="936"/>
                                  </p:stCondLst>
                                  <p:childTnLst>
                                    <p:animMotion origin="layout" path="M 0 0 C 0.0067 0.35 -0.0067 0.75 0.0101 1.2 E" pathEditMode="relative" rAng="0">
                                      <p:cBhvr>
                                        <p:cTn id="391" dur="3493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2" presetID="8" presetClass="emph" presetSubtype="0" fill="hold" grpId="0" nodeType="withEffect">
                                  <p:stCondLst>
                                    <p:cond delay="936"/>
                                  </p:stCondLst>
                                  <p:childTnLst>
                                    <p:animRot by="43200000">
                                      <p:cBhvr>
                                        <p:cTn id="393" dur="3493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4" presetID="0" presetClass="path" presetSubtype="0" fill="hold" accel="25000" decel="25000" grpId="0" nodeType="withEffect">
                                  <p:stCondLst>
                                    <p:cond delay="1247"/>
                                  </p:stCondLst>
                                  <p:childTnLst>
                                    <p:animMotion origin="layout" path="M 0 0 C -0.0319 0.35 0.0319 0.75 -0.0478 1.2 E" pathEditMode="relative" rAng="0">
                                      <p:cBhvr>
                                        <p:cTn id="395" dur="3233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6" presetID="8" presetClass="emph" presetSubtype="0" fill="hold" grpId="0" nodeType="withEffect">
                                  <p:stCondLst>
                                    <p:cond delay="1247"/>
                                  </p:stCondLst>
                                  <p:childTnLst>
                                    <p:animRot by="-43200000">
                                      <p:cBhvr>
                                        <p:cTn id="397" dur="3233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8" presetID="0" presetClass="path" presetSubtype="0" fill="hold" accel="25000" decel="25000" grpId="0" nodeType="withEffect">
                                  <p:stCondLst>
                                    <p:cond delay="885"/>
                                  </p:stCondLst>
                                  <p:childTnLst>
                                    <p:animMotion origin="layout" path="M 0 0 C -0.0182 0.35 0.0182 0.75 -0.0274 1.2 E" pathEditMode="relative" rAng="0">
                                      <p:cBhvr>
                                        <p:cTn id="399" dur="2896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0" presetID="8" presetClass="emph" presetSubtype="0" fill="hold" grpId="0" nodeType="withEffect">
                                  <p:stCondLst>
                                    <p:cond delay="885"/>
                                  </p:stCondLst>
                                  <p:childTnLst>
                                    <p:animRot by="43200000">
                                      <p:cBhvr>
                                        <p:cTn id="401" dur="2896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2" presetID="0" presetClass="path" presetSubtype="0" fill="hold" accel="25000" decel="25000" grpId="0" nodeType="withEffect">
                                  <p:stCondLst>
                                    <p:cond delay="1292"/>
                                  </p:stCondLst>
                                  <p:childTnLst>
                                    <p:animMotion origin="layout" path="M 0 0 C 0.0414 0.35 -0.0414 0.75 0.0621 1.2 E" pathEditMode="relative" rAng="0">
                                      <p:cBhvr>
                                        <p:cTn id="403" dur="2826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4" presetID="8" presetClass="emph" presetSubtype="0" fill="hold" grpId="0" nodeType="withEffect">
                                  <p:stCondLst>
                                    <p:cond delay="1292"/>
                                  </p:stCondLst>
                                  <p:childTnLst>
                                    <p:animRot by="43200000">
                                      <p:cBhvr>
                                        <p:cTn id="405" dur="2826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6" presetID="0" presetClass="path" presetSubtype="0" fill="hold" accel="25000" decel="25000" grpId="0" nodeType="withEffect">
                                  <p:stCondLst>
                                    <p:cond delay="1117"/>
                                  </p:stCondLst>
                                  <p:childTnLst>
                                    <p:animMotion origin="layout" path="M 0 0 C 0.025 0.35 -0.025 0.75 0.0375 1.2 E" pathEditMode="relative" rAng="0">
                                      <p:cBhvr>
                                        <p:cTn id="407" dur="3446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8" presetID="8" presetClass="emph" presetSubtype="0" fill="hold" grpId="0" nodeType="withEffect">
                                  <p:stCondLst>
                                    <p:cond delay="1117"/>
                                  </p:stCondLst>
                                  <p:childTnLst>
                                    <p:animRot by="-43200000">
                                      <p:cBhvr>
                                        <p:cTn id="409" dur="3446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0" presetID="0" presetClass="path" presetSubtype="0" fill="hold" accel="25000" decel="25000" grpId="0" nodeType="withEffect">
                                  <p:stCondLst>
                                    <p:cond delay="1098"/>
                                  </p:stCondLst>
                                  <p:childTnLst>
                                    <p:animMotion origin="layout" path="M 0 0 C 0.0162 0.35 -0.0162 0.75 0.0243 1.2 E" pathEditMode="relative" rAng="0">
                                      <p:cBhvr>
                                        <p:cTn id="411" dur="2943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2" presetID="8" presetClass="emph" presetSubtype="0" fill="hold" grpId="0" nodeType="withEffect">
                                  <p:stCondLst>
                                    <p:cond delay="1098"/>
                                  </p:stCondLst>
                                  <p:childTnLst>
                                    <p:animRot by="43200000">
                                      <p:cBhvr>
                                        <p:cTn id="413" dur="2943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4" presetID="0" presetClass="path" presetSubtype="0" fill="hold" accel="25000" decel="25000" grpId="0" nodeType="withEffect">
                                  <p:stCondLst>
                                    <p:cond delay="731"/>
                                  </p:stCondLst>
                                  <p:childTnLst>
                                    <p:animMotion origin="layout" path="M 0 0 C -0.0126 0.35 0.0126 0.75 -0.0189 1.2 E" pathEditMode="relative" rAng="0">
                                      <p:cBhvr>
                                        <p:cTn id="415" dur="3007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6" presetID="8" presetClass="emph" presetSubtype="0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animRot by="43200000">
                                      <p:cBhvr>
                                        <p:cTn id="417" dur="3007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8" presetID="0" presetClass="path" presetSubtype="0" fill="hold" accel="25000" decel="25000" grpId="0" nodeType="withEffect">
                                  <p:stCondLst>
                                    <p:cond delay="1245"/>
                                  </p:stCondLst>
                                  <p:childTnLst>
                                    <p:animMotion origin="layout" path="M 0 0 C -0.0231 0.35 0.0231 0.75 -0.0346 1.2 E" pathEditMode="relative" rAng="0">
                                      <p:cBhvr>
                                        <p:cTn id="419" dur="2302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0" presetID="8" presetClass="emph" presetSubtype="0" fill="hold" grpId="0" nodeType="withEffect">
                                  <p:stCondLst>
                                    <p:cond delay="1245"/>
                                  </p:stCondLst>
                                  <p:childTnLst>
                                    <p:animRot by="43200000">
                                      <p:cBhvr>
                                        <p:cTn id="421" dur="2302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2" presetID="0" presetClass="path" presetSubtype="0" fill="hold" accel="25000" decel="25000" grpId="0" nodeType="withEffect">
                                  <p:stCondLst>
                                    <p:cond delay="1090"/>
                                  </p:stCondLst>
                                  <p:childTnLst>
                                    <p:animMotion origin="layout" path="M 0 0 C 0.0537 0.35 -0.0537 0.75 0.0805 1.2 E" pathEditMode="relative" rAng="0">
                                      <p:cBhvr>
                                        <p:cTn id="423" dur="251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4" presetID="8" presetClass="emph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animRot by="43200000">
                                      <p:cBhvr>
                                        <p:cTn id="425" dur="251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6" presetID="0" presetClass="path" presetSubtype="0" fill="hold" accel="25000" decel="25000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C -0.0202 0.35 0.0202 0.75 -0.0304 1.2 E" pathEditMode="relative" rAng="0">
                                      <p:cBhvr>
                                        <p:cTn id="427" dur="3446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8" presetID="8" presetClass="emph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-43200000">
                                      <p:cBhvr>
                                        <p:cTn id="429" dur="3446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0" presetID="0" presetClass="path" presetSubtype="0" fill="hold" accel="25000" decel="25000" grpId="0" nodeType="withEffect">
                                  <p:stCondLst>
                                    <p:cond delay="1029"/>
                                  </p:stCondLst>
                                  <p:childTnLst>
                                    <p:animMotion origin="layout" path="M 0 0 C -0.0546 0.35 0.0546 0.75 -0.0818 1.2 E" pathEditMode="relative" rAng="0">
                                      <p:cBhvr>
                                        <p:cTn id="431" dur="257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2" presetID="8" presetClass="emph" presetSubtype="0" fill="hold" grpId="0" nodeType="withEffect">
                                  <p:stCondLst>
                                    <p:cond delay="1029"/>
                                  </p:stCondLst>
                                  <p:childTnLst>
                                    <p:animRot by="-43200000">
                                      <p:cBhvr>
                                        <p:cTn id="433" dur="257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4" presetID="0" presetClass="path" presetSubtype="0" fill="hold" accel="25000" decel="25000" grpId="0" nodeType="withEffect">
                                  <p:stCondLst>
                                    <p:cond delay="637"/>
                                  </p:stCondLst>
                                  <p:childTnLst>
                                    <p:animMotion origin="layout" path="M 0 0 C 0.0487 0.35 -0.0487 0.75 0.073 1.2 E" pathEditMode="relative" rAng="0">
                                      <p:cBhvr>
                                        <p:cTn id="435" dur="3129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6" presetID="8" presetClass="emph" presetSubtype="0" fill="hold" grpId="0" nodeType="withEffect">
                                  <p:stCondLst>
                                    <p:cond delay="637"/>
                                  </p:stCondLst>
                                  <p:childTnLst>
                                    <p:animRot by="43200000">
                                      <p:cBhvr>
                                        <p:cTn id="437" dur="3129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8" presetID="0" presetClass="path" presetSubtype="0" fill="hold" accel="25000" decel="25000" grpId="0" nodeType="withEffect">
                                  <p:stCondLst>
                                    <p:cond delay="897"/>
                                  </p:stCondLst>
                                  <p:childTnLst>
                                    <p:animMotion origin="layout" path="M 0 0 C 0.0388 0.35 -0.0388 0.75 0.0581 1.2 E" pathEditMode="relative" rAng="0">
                                      <p:cBhvr>
                                        <p:cTn id="439" dur="334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0" presetID="8" presetClass="emph" presetSubtype="0" fill="hold" grpId="0" nodeType="withEffect">
                                  <p:stCondLst>
                                    <p:cond delay="897"/>
                                  </p:stCondLst>
                                  <p:childTnLst>
                                    <p:animRot by="-43200000">
                                      <p:cBhvr>
                                        <p:cTn id="441" dur="334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17"/>
          <p:cNvSpPr/>
          <p:nvPr/>
        </p:nvSpPr>
        <p:spPr>
          <a:xfrm rot="-360000">
            <a:off x="411480" y="228600"/>
            <a:ext cx="603504" cy="603504"/>
          </a:xfrm>
          <a:prstGeom prst="roundRect">
            <a:avLst>
              <a:gd name="adj" fmla="val 24242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1828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Что лишнее?</a:t>
            </a:r>
            <a:endParaRPr lang="en-US" sz="3000" dirty="0"/>
          </a:p>
        </p:txBody>
      </p:sp>
      <p:pic>
        <p:nvPicPr>
          <p:cNvPr id="4" name="hint_118" descr="/tmp/claude-0/-home-user-clinik/eeebfdc0-2c06-53ed-a395-49ca23f2cd9f/scratchpad/deck/img/picto_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9456"/>
            <a:ext cx="2514600" cy="640080"/>
          </a:xfrm>
          <a:prstGeom prst="rect">
            <a:avLst/>
          </a:prstGeom>
        </p:spPr>
      </p:pic>
      <p:pic>
        <p:nvPicPr>
          <p:cNvPr id="5" name="step_119" descr="/tmp/claude-0/-home-user-clinik/eeebfdc0-2c06-53ed-a395-49ca23f2cd9f/scratchpad/deck/img/step_n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960120"/>
            <a:ext cx="329184" cy="329184"/>
          </a:xfrm>
          <a:prstGeom prst="rect">
            <a:avLst/>
          </a:prstGeom>
        </p:spPr>
      </p:pic>
      <p:pic>
        <p:nvPicPr>
          <p:cNvPr id="6" name="stepdone_120" descr="/tmp/claude-0/-home-user-clinik/eeebfdc0-2c06-53ed-a395-49ca23f2cd9f/scratchpad/deck/img/step_d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608" y="960120"/>
            <a:ext cx="329184" cy="329184"/>
          </a:xfrm>
          <a:prstGeom prst="rect">
            <a:avLst/>
          </a:prstGeom>
        </p:spPr>
      </p:pic>
      <p:pic>
        <p:nvPicPr>
          <p:cNvPr id="7" name="step_121" descr="/tmp/claude-0/-home-user-clinik/eeebfdc0-2c06-53ed-a395-49ca23f2cd9f/scratchpad/deck/img/step_emp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808" y="960120"/>
            <a:ext cx="329184" cy="329184"/>
          </a:xfrm>
          <a:prstGeom prst="rect">
            <a:avLst/>
          </a:prstGeom>
        </p:spPr>
      </p:pic>
      <p:pic>
        <p:nvPicPr>
          <p:cNvPr id="8" name="step_122" descr="/tmp/claude-0/-home-user-clinik/eeebfdc0-2c06-53ed-a395-49ca23f2cd9f/scratchpad/deck/img/step_empt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960120"/>
            <a:ext cx="329184" cy="329184"/>
          </a:xfrm>
          <a:prstGeom prst="rect">
            <a:avLst/>
          </a:prstGeom>
        </p:spPr>
      </p:pic>
      <p:pic>
        <p:nvPicPr>
          <p:cNvPr id="9" name="step_123" descr="/tmp/claude-0/-home-user-clinik/eeebfdc0-2c06-53ed-a395-49ca23f2cd9f/scratchpad/deck/img/step_empt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208" y="960120"/>
            <a:ext cx="329184" cy="329184"/>
          </a:xfrm>
          <a:prstGeom prst="rect">
            <a:avLst/>
          </a:prstGeom>
        </p:spPr>
      </p:pic>
      <p:pic>
        <p:nvPicPr>
          <p:cNvPr id="10" name="ok_pencil_124" descr="карандаш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20000">
            <a:off x="502920" y="1783080"/>
            <a:ext cx="1828800" cy="1828800"/>
          </a:xfrm>
          <a:prstGeom prst="rect">
            <a:avLst/>
          </a:prstGeom>
        </p:spPr>
      </p:pic>
      <p:pic>
        <p:nvPicPr>
          <p:cNvPr id="11" name="odd_lollipop_125" descr="леденец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80000">
            <a:off x="2606040" y="1783080"/>
            <a:ext cx="1828800" cy="1828800"/>
          </a:xfrm>
          <a:prstGeom prst="rect">
            <a:avLst/>
          </a:prstGeom>
        </p:spPr>
      </p:pic>
      <p:pic>
        <p:nvPicPr>
          <p:cNvPr id="12" name="ok_pen_126" descr="ручка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80000">
            <a:off x="4709160" y="1783080"/>
            <a:ext cx="1828800" cy="1828800"/>
          </a:xfrm>
          <a:prstGeom prst="rect">
            <a:avLst/>
          </a:prstGeom>
        </p:spPr>
      </p:pic>
      <p:pic>
        <p:nvPicPr>
          <p:cNvPr id="13" name="ok_crayon_127" descr="мелки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120000">
            <a:off x="6812280" y="1783080"/>
            <a:ext cx="1828800" cy="1828800"/>
          </a:xfrm>
          <a:prstGeom prst="rect">
            <a:avLst/>
          </a:prstGeom>
        </p:spPr>
      </p:pic>
      <p:pic>
        <p:nvPicPr>
          <p:cNvPr id="14" name="cross_128" descr="/tmp/claude-0/-home-user-clinik/eeebfdc0-2c06-53ed-a395-49ca23f2cd9f/scratchpad/deck/img/xbadg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19656" y="1801368"/>
            <a:ext cx="438912" cy="457200"/>
          </a:xfrm>
          <a:prstGeom prst="rect">
            <a:avLst/>
          </a:prstGeom>
        </p:spPr>
      </p:pic>
      <p:pic>
        <p:nvPicPr>
          <p:cNvPr id="15" name="cross_129" descr="/tmp/claude-0/-home-user-clinik/eeebfdc0-2c06-53ed-a395-49ca23f2cd9f/scratchpad/deck/img/xbadg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25896" y="1801368"/>
            <a:ext cx="438912" cy="457200"/>
          </a:xfrm>
          <a:prstGeom prst="rect">
            <a:avLst/>
          </a:prstGeom>
        </p:spPr>
      </p:pic>
      <p:pic>
        <p:nvPicPr>
          <p:cNvPr id="16" name="cross_130" descr="/tmp/claude-0/-home-user-clinik/eeebfdc0-2c06-53ed-a395-49ca23f2cd9f/scratchpad/deck/img/xbadg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9016" y="1801368"/>
            <a:ext cx="438912" cy="457200"/>
          </a:xfrm>
          <a:prstGeom prst="rect">
            <a:avLst/>
          </a:prstGeom>
        </p:spPr>
      </p:pic>
      <p:pic>
        <p:nvPicPr>
          <p:cNvPr id="17" name="bigstar_131" descr="/tmp/claude-0/-home-user-clinik/eeebfdc0-2c06-53ed-a395-49ca23f2cd9f/scratchpad/deck/img/em_sta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34640" y="2011680"/>
            <a:ext cx="1371600" cy="1371600"/>
          </a:xfrm>
          <a:prstGeom prst="rect">
            <a:avLst/>
          </a:prstGeom>
        </p:spPr>
      </p:pic>
      <p:pic>
        <p:nvPicPr>
          <p:cNvPr id="18" name="home_132" descr="/tmp/claude-0/-home-user-clinik/eeebfdc0-2c06-53ed-a395-49ca23f2cd9f/scratchpad/deck/img/btn_home.png">
            <a:hlinkClick r:id="rId16" tooltip="В начало" action="ppaction://hlinksldjump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4320" y="4526280"/>
            <a:ext cx="457200" cy="475488"/>
          </a:xfrm>
          <a:prstGeom prst="rect">
            <a:avLst/>
          </a:prstGeom>
        </p:spPr>
      </p:pic>
      <p:pic>
        <p:nvPicPr>
          <p:cNvPr id="19" name="next_133" descr="/tmp/claude-0/-home-user-clinik/eeebfdc0-2c06-53ed-a395-49ca23f2cd9f/scratchpad/deck/img/btn_next.png">
            <a:hlinkClick r:id="rId18" tooltip="Дальше" action="ppaction://hlinksldjump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12480" y="4526280"/>
            <a:ext cx="457200" cy="475488"/>
          </a:xfrm>
          <a:prstGeom prst="rect">
            <a:avLst/>
          </a:prstGeom>
        </p:spPr>
      </p:pic>
    </p:spTree>
  </p:cSld>
  <p:clrMapOvr>
    <a:masterClrMapping/>
  </p:clrMapOvr>
  <p:transition spd="slow" advClick="0">
    <p:push dir="l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75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fill="hold" accel="25000" decel="25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-0.12 0.06 -0.4 0.14 -0.95 E" pathEditMode="relative" rAng="0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6" presetClass="emph" presetSubtype="0" fill="hold" autoRev="1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27" dur="220" fill="hold"/>
                                        <p:tgtEl>
                                          <p:spTgt spid="1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6" presetClass="emph" presetSubtype="0" fill="hold" autoRev="1" grpId="0" nodeType="withEffect">
                                  <p:stCondLst>
                                    <p:cond delay="420"/>
                                  </p:stCondLst>
                                  <p:childTnLst>
                                    <p:animScale>
                                      <p:cBhvr>
                                        <p:cTn id="29" dur="220" fill="hold"/>
                                        <p:tgtEl>
                                          <p:spTgt spid="1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6" presetClass="emph" presetSubtype="0" fill="hold" autoRev="1" grpId="0" nodeType="withEffect">
                                  <p:stCondLst>
                                    <p:cond delay="540"/>
                                  </p:stCondLst>
                                  <p:childTnLst>
                                    <p:animScale>
                                      <p:cBhvr>
                                        <p:cTn id="31" dur="220" fill="hold"/>
                                        <p:tgtEl>
                                          <p:spTgt spid="1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8" presetClass="emph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animRot by="21600000">
                                      <p:cBhvr>
                                        <p:cTn id="38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0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2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75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4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5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6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75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34"/>
          <p:cNvSpPr/>
          <p:nvPr/>
        </p:nvSpPr>
        <p:spPr>
          <a:xfrm rot="-360000">
            <a:off x="411480" y="228600"/>
            <a:ext cx="603504" cy="603504"/>
          </a:xfrm>
          <a:prstGeom prst="roundRect">
            <a:avLst>
              <a:gd name="adj" fmla="val 24242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1828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Что лишнее?</a:t>
            </a:r>
            <a:endParaRPr lang="en-US" sz="3000" dirty="0"/>
          </a:p>
        </p:txBody>
      </p:sp>
      <p:pic>
        <p:nvPicPr>
          <p:cNvPr id="4" name="hint_135" descr="/tmp/claude-0/-home-user-clinik/eeebfdc0-2c06-53ed-a395-49ca23f2cd9f/scratchpad/deck/img/picto_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9456"/>
            <a:ext cx="2514600" cy="640080"/>
          </a:xfrm>
          <a:prstGeom prst="rect">
            <a:avLst/>
          </a:prstGeom>
        </p:spPr>
      </p:pic>
      <p:pic>
        <p:nvPicPr>
          <p:cNvPr id="5" name="step_136" descr="/tmp/claude-0/-home-user-clinik/eeebfdc0-2c06-53ed-a395-49ca23f2cd9f/scratchpad/deck/img/step_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960120"/>
            <a:ext cx="329184" cy="329184"/>
          </a:xfrm>
          <a:prstGeom prst="rect">
            <a:avLst/>
          </a:prstGeom>
        </p:spPr>
      </p:pic>
      <p:pic>
        <p:nvPicPr>
          <p:cNvPr id="6" name="step_137" descr="/tmp/claude-0/-home-user-clinik/eeebfdc0-2c06-53ed-a395-49ca23f2cd9f/scratchpad/deck/img/step_n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960120"/>
            <a:ext cx="329184" cy="329184"/>
          </a:xfrm>
          <a:prstGeom prst="rect">
            <a:avLst/>
          </a:prstGeom>
        </p:spPr>
      </p:pic>
      <p:pic>
        <p:nvPicPr>
          <p:cNvPr id="7" name="stepdone_138" descr="/tmp/claude-0/-home-user-clinik/eeebfdc0-2c06-53ed-a395-49ca23f2cd9f/scratchpad/deck/img/step_d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808" y="960120"/>
            <a:ext cx="329184" cy="329184"/>
          </a:xfrm>
          <a:prstGeom prst="rect">
            <a:avLst/>
          </a:prstGeom>
        </p:spPr>
      </p:pic>
      <p:pic>
        <p:nvPicPr>
          <p:cNvPr id="8" name="step_139" descr="/tmp/claude-0/-home-user-clinik/eeebfdc0-2c06-53ed-a395-49ca23f2cd9f/scratchpad/deck/img/step_empt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960120"/>
            <a:ext cx="329184" cy="329184"/>
          </a:xfrm>
          <a:prstGeom prst="rect">
            <a:avLst/>
          </a:prstGeom>
        </p:spPr>
      </p:pic>
      <p:pic>
        <p:nvPicPr>
          <p:cNvPr id="9" name="step_140" descr="/tmp/claude-0/-home-user-clinik/eeebfdc0-2c06-53ed-a395-49ca23f2cd9f/scratchpad/deck/img/step_empt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208" y="960120"/>
            <a:ext cx="329184" cy="329184"/>
          </a:xfrm>
          <a:prstGeom prst="rect">
            <a:avLst/>
          </a:prstGeom>
        </p:spPr>
      </p:pic>
      <p:pic>
        <p:nvPicPr>
          <p:cNvPr id="10" name="ok_notebook_141" descr="тетрадь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20000">
            <a:off x="502920" y="1783080"/>
            <a:ext cx="1828800" cy="1828800"/>
          </a:xfrm>
          <a:prstGeom prst="rect">
            <a:avLst/>
          </a:prstGeom>
        </p:spPr>
      </p:pic>
      <p:pic>
        <p:nvPicPr>
          <p:cNvPr id="11" name="ok_bookblue_142" descr="учебник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180000">
            <a:off x="2606040" y="1783080"/>
            <a:ext cx="1828800" cy="1828800"/>
          </a:xfrm>
          <a:prstGeom prst="rect">
            <a:avLst/>
          </a:prstGeom>
        </p:spPr>
      </p:pic>
      <p:pic>
        <p:nvPicPr>
          <p:cNvPr id="12" name="odd_teddy_143" descr="мишка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180000">
            <a:off x="4709160" y="1783080"/>
            <a:ext cx="1828800" cy="1828800"/>
          </a:xfrm>
          <a:prstGeom prst="rect">
            <a:avLst/>
          </a:prstGeom>
        </p:spPr>
      </p:pic>
      <p:pic>
        <p:nvPicPr>
          <p:cNvPr id="13" name="ok_bookgreen_144" descr="учебник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40000">
            <a:off x="6812280" y="1783080"/>
            <a:ext cx="1828800" cy="1828800"/>
          </a:xfrm>
          <a:prstGeom prst="rect">
            <a:avLst/>
          </a:prstGeom>
        </p:spPr>
      </p:pic>
      <p:pic>
        <p:nvPicPr>
          <p:cNvPr id="14" name="cross_145" descr="/tmp/claude-0/-home-user-clinik/eeebfdc0-2c06-53ed-a395-49ca23f2cd9f/scratchpad/deck/img/xbadg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19656" y="1801368"/>
            <a:ext cx="438912" cy="457200"/>
          </a:xfrm>
          <a:prstGeom prst="rect">
            <a:avLst/>
          </a:prstGeom>
        </p:spPr>
      </p:pic>
      <p:pic>
        <p:nvPicPr>
          <p:cNvPr id="15" name="cross_146" descr="/tmp/claude-0/-home-user-clinik/eeebfdc0-2c06-53ed-a395-49ca23f2cd9f/scratchpad/deck/img/xbadg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22776" y="1801368"/>
            <a:ext cx="438912" cy="457200"/>
          </a:xfrm>
          <a:prstGeom prst="rect">
            <a:avLst/>
          </a:prstGeom>
        </p:spPr>
      </p:pic>
      <p:pic>
        <p:nvPicPr>
          <p:cNvPr id="16" name="cross_147" descr="/tmp/claude-0/-home-user-clinik/eeebfdc0-2c06-53ed-a395-49ca23f2cd9f/scratchpad/deck/img/xbadg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9016" y="1801368"/>
            <a:ext cx="438912" cy="457200"/>
          </a:xfrm>
          <a:prstGeom prst="rect">
            <a:avLst/>
          </a:prstGeom>
        </p:spPr>
      </p:pic>
      <p:pic>
        <p:nvPicPr>
          <p:cNvPr id="17" name="bigstar_148" descr="/tmp/claude-0/-home-user-clinik/eeebfdc0-2c06-53ed-a395-49ca23f2cd9f/scratchpad/deck/img/em_sta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37760" y="2011680"/>
            <a:ext cx="1371600" cy="1371600"/>
          </a:xfrm>
          <a:prstGeom prst="rect">
            <a:avLst/>
          </a:prstGeom>
        </p:spPr>
      </p:pic>
      <p:pic>
        <p:nvPicPr>
          <p:cNvPr id="18" name="home_149" descr="/tmp/claude-0/-home-user-clinik/eeebfdc0-2c06-53ed-a395-49ca23f2cd9f/scratchpad/deck/img/btn_home.png">
            <a:hlinkClick r:id="rId16" tooltip="В начало" action="ppaction://hlinksldjump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4320" y="4526280"/>
            <a:ext cx="457200" cy="475488"/>
          </a:xfrm>
          <a:prstGeom prst="rect">
            <a:avLst/>
          </a:prstGeom>
        </p:spPr>
      </p:pic>
      <p:pic>
        <p:nvPicPr>
          <p:cNvPr id="19" name="next_150" descr="/tmp/claude-0/-home-user-clinik/eeebfdc0-2c06-53ed-a395-49ca23f2cd9f/scratchpad/deck/img/btn_next.png">
            <a:hlinkClick r:id="rId18" tooltip="Дальше" action="ppaction://hlinksldjump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12480" y="4526280"/>
            <a:ext cx="457200" cy="475488"/>
          </a:xfrm>
          <a:prstGeom prst="rect">
            <a:avLst/>
          </a:prstGeom>
        </p:spPr>
      </p:pic>
    </p:spTree>
  </p:cSld>
  <p:clrMapOvr>
    <a:masterClrMapping/>
  </p:clrMapOvr>
  <p:transition spd="slow" advClick="0">
    <p:push dir="l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75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75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fill="hold" accel="25000" decel="25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-0.12 0.06 -0.4 0.14 -0.95 E" pathEditMode="relative" rAng="0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6" presetClass="emph" presetSubtype="0" fill="hold" autoRev="1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1" dur="220" fill="hold"/>
                                        <p:tgtEl>
                                          <p:spTgt spid="1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6" presetClass="emph" presetSubtype="0" fill="hold" autoRev="1" grpId="0" nodeType="withEffect">
                                  <p:stCondLst>
                                    <p:cond delay="420"/>
                                  </p:stCondLst>
                                  <p:childTnLst>
                                    <p:animScale>
                                      <p:cBhvr>
                                        <p:cTn id="43" dur="220" fill="hold"/>
                                        <p:tgtEl>
                                          <p:spTgt spid="1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6" presetClass="emph" presetSubtype="0" fill="hold" autoRev="1" grpId="0" nodeType="withEffect">
                                  <p:stCondLst>
                                    <p:cond delay="540"/>
                                  </p:stCondLst>
                                  <p:childTnLst>
                                    <p:animScale>
                                      <p:cBhvr>
                                        <p:cTn id="45" dur="220" fill="hold"/>
                                        <p:tgtEl>
                                          <p:spTgt spid="1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8" presetClass="emph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animRot by="21600000">
                                      <p:cBhvr>
                                        <p:cTn id="5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4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5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6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75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51"/>
          <p:cNvSpPr/>
          <p:nvPr/>
        </p:nvSpPr>
        <p:spPr>
          <a:xfrm rot="-360000">
            <a:off x="411480" y="228600"/>
            <a:ext cx="603504" cy="603504"/>
          </a:xfrm>
          <a:prstGeom prst="roundRect">
            <a:avLst>
              <a:gd name="adj" fmla="val 24242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1828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Что лишнее?</a:t>
            </a:r>
            <a:endParaRPr lang="en-US" sz="3000" dirty="0"/>
          </a:p>
        </p:txBody>
      </p:sp>
      <p:pic>
        <p:nvPicPr>
          <p:cNvPr id="4" name="hint_152" descr="/tmp/claude-0/-home-user-clinik/eeebfdc0-2c06-53ed-a395-49ca23f2cd9f/scratchpad/deck/img/picto_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9456"/>
            <a:ext cx="2514600" cy="640080"/>
          </a:xfrm>
          <a:prstGeom prst="rect">
            <a:avLst/>
          </a:prstGeom>
        </p:spPr>
      </p:pic>
      <p:pic>
        <p:nvPicPr>
          <p:cNvPr id="5" name="step_153" descr="/tmp/claude-0/-home-user-clinik/eeebfdc0-2c06-53ed-a395-49ca23f2cd9f/scratchpad/deck/img/step_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960120"/>
            <a:ext cx="329184" cy="329184"/>
          </a:xfrm>
          <a:prstGeom prst="rect">
            <a:avLst/>
          </a:prstGeom>
        </p:spPr>
      </p:pic>
      <p:pic>
        <p:nvPicPr>
          <p:cNvPr id="6" name="step_154" descr="/tmp/claude-0/-home-user-clinik/eeebfdc0-2c06-53ed-a395-49ca23f2cd9f/scratchpad/deck/img/step_d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960120"/>
            <a:ext cx="329184" cy="329184"/>
          </a:xfrm>
          <a:prstGeom prst="rect">
            <a:avLst/>
          </a:prstGeom>
        </p:spPr>
      </p:pic>
      <p:pic>
        <p:nvPicPr>
          <p:cNvPr id="7" name="step_155" descr="/tmp/claude-0/-home-user-clinik/eeebfdc0-2c06-53ed-a395-49ca23f2cd9f/scratchpad/deck/img/step_n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960120"/>
            <a:ext cx="329184" cy="329184"/>
          </a:xfrm>
          <a:prstGeom prst="rect">
            <a:avLst/>
          </a:prstGeom>
        </p:spPr>
      </p:pic>
      <p:pic>
        <p:nvPicPr>
          <p:cNvPr id="8" name="stepdone_156" descr="/tmp/claude-0/-home-user-clinik/eeebfdc0-2c06-53ed-a395-49ca23f2cd9f/scratchpad/deck/img/step_do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960120"/>
            <a:ext cx="329184" cy="329184"/>
          </a:xfrm>
          <a:prstGeom prst="rect">
            <a:avLst/>
          </a:prstGeom>
        </p:spPr>
      </p:pic>
      <p:pic>
        <p:nvPicPr>
          <p:cNvPr id="9" name="step_157" descr="/tmp/claude-0/-home-user-clinik/eeebfdc0-2c06-53ed-a395-49ca23f2cd9f/scratchpad/deck/img/step_empt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208" y="960120"/>
            <a:ext cx="329184" cy="329184"/>
          </a:xfrm>
          <a:prstGeom prst="rect">
            <a:avLst/>
          </a:prstGeom>
        </p:spPr>
      </p:pic>
      <p:pic>
        <p:nvPicPr>
          <p:cNvPr id="10" name="odd_ball_158" descr="мяч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40000">
            <a:off x="502920" y="1783080"/>
            <a:ext cx="1828800" cy="1828800"/>
          </a:xfrm>
          <a:prstGeom prst="rect">
            <a:avLst/>
          </a:prstGeom>
        </p:spPr>
      </p:pic>
      <p:pic>
        <p:nvPicPr>
          <p:cNvPr id="11" name="ok_ruler_159" descr="линейка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240000">
            <a:off x="2606040" y="1783080"/>
            <a:ext cx="1828800" cy="1828800"/>
          </a:xfrm>
          <a:prstGeom prst="rect">
            <a:avLst/>
          </a:prstGeom>
        </p:spPr>
      </p:pic>
      <p:pic>
        <p:nvPicPr>
          <p:cNvPr id="12" name="ok_triangle_160" descr="угольник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180000">
            <a:off x="4709160" y="1783080"/>
            <a:ext cx="1828800" cy="1828800"/>
          </a:xfrm>
          <a:prstGeom prst="rect">
            <a:avLst/>
          </a:prstGeom>
        </p:spPr>
      </p:pic>
      <p:pic>
        <p:nvPicPr>
          <p:cNvPr id="13" name="ok_scissors_161" descr="ножницы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120000">
            <a:off x="6812280" y="1783080"/>
            <a:ext cx="1828800" cy="1828800"/>
          </a:xfrm>
          <a:prstGeom prst="rect">
            <a:avLst/>
          </a:prstGeom>
        </p:spPr>
      </p:pic>
      <p:pic>
        <p:nvPicPr>
          <p:cNvPr id="14" name="cross_162" descr="/tmp/claude-0/-home-user-clinik/eeebfdc0-2c06-53ed-a395-49ca23f2cd9f/scratchpad/deck/img/xbadg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22776" y="1801368"/>
            <a:ext cx="438912" cy="457200"/>
          </a:xfrm>
          <a:prstGeom prst="rect">
            <a:avLst/>
          </a:prstGeom>
        </p:spPr>
      </p:pic>
      <p:pic>
        <p:nvPicPr>
          <p:cNvPr id="15" name="cross_163" descr="/tmp/claude-0/-home-user-clinik/eeebfdc0-2c06-53ed-a395-49ca23f2cd9f/scratchpad/deck/img/xbadg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25896" y="1801368"/>
            <a:ext cx="438912" cy="457200"/>
          </a:xfrm>
          <a:prstGeom prst="rect">
            <a:avLst/>
          </a:prstGeom>
        </p:spPr>
      </p:pic>
      <p:pic>
        <p:nvPicPr>
          <p:cNvPr id="16" name="cross_164" descr="/tmp/claude-0/-home-user-clinik/eeebfdc0-2c06-53ed-a395-49ca23f2cd9f/scratchpad/deck/img/xbadg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9016" y="1801368"/>
            <a:ext cx="438912" cy="457200"/>
          </a:xfrm>
          <a:prstGeom prst="rect">
            <a:avLst/>
          </a:prstGeom>
        </p:spPr>
      </p:pic>
      <p:pic>
        <p:nvPicPr>
          <p:cNvPr id="17" name="bigstar_165" descr="/tmp/claude-0/-home-user-clinik/eeebfdc0-2c06-53ed-a395-49ca23f2cd9f/scratchpad/deck/img/em_sta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1520" y="2011680"/>
            <a:ext cx="1371600" cy="1371600"/>
          </a:xfrm>
          <a:prstGeom prst="rect">
            <a:avLst/>
          </a:prstGeom>
        </p:spPr>
      </p:pic>
      <p:pic>
        <p:nvPicPr>
          <p:cNvPr id="18" name="home_166" descr="/tmp/claude-0/-home-user-clinik/eeebfdc0-2c06-53ed-a395-49ca23f2cd9f/scratchpad/deck/img/btn_home.png">
            <a:hlinkClick r:id="rId16" tooltip="В начало" action="ppaction://hlinksldjump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4320" y="4526280"/>
            <a:ext cx="457200" cy="475488"/>
          </a:xfrm>
          <a:prstGeom prst="rect">
            <a:avLst/>
          </a:prstGeom>
        </p:spPr>
      </p:pic>
      <p:pic>
        <p:nvPicPr>
          <p:cNvPr id="19" name="next_167" descr="/tmp/claude-0/-home-user-clinik/eeebfdc0-2c06-53ed-a395-49ca23f2cd9f/scratchpad/deck/img/btn_next.png">
            <a:hlinkClick r:id="rId18" tooltip="Дальше" action="ppaction://hlinksldjump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12480" y="4526280"/>
            <a:ext cx="457200" cy="475488"/>
          </a:xfrm>
          <a:prstGeom prst="rect">
            <a:avLst/>
          </a:prstGeom>
        </p:spPr>
      </p:pic>
    </p:spTree>
  </p:cSld>
  <p:clrMapOvr>
    <a:masterClrMapping/>
  </p:clrMapOvr>
  <p:transition spd="slow" advClick="0">
    <p:push dir="l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accel="25000" decel="25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-0.12 0.06 -0.4 0.14 -0.95 E" pathEditMode="relative" rAng="0">
                                      <p:cBhvr>
                                        <p:cTn id="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6" presetClass="emph" presetSubtype="0" fill="hold" autoRev="1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3" dur="220" fill="hold"/>
                                        <p:tgtEl>
                                          <p:spTgt spid="1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6" presetClass="emph" presetSubtype="0" fill="hold" autoRev="1" grpId="0" nodeType="withEffect">
                                  <p:stCondLst>
                                    <p:cond delay="420"/>
                                  </p:stCondLst>
                                  <p:childTnLst>
                                    <p:animScale>
                                      <p:cBhvr>
                                        <p:cTn id="15" dur="220" fill="hold"/>
                                        <p:tgtEl>
                                          <p:spTgt spid="1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6" presetClass="emph" presetSubtype="0" fill="hold" autoRev="1" grpId="0" nodeType="withEffect">
                                  <p:stCondLst>
                                    <p:cond delay="540"/>
                                  </p:stCondLst>
                                  <p:childTnLst>
                                    <p:animScale>
                                      <p:cBhvr>
                                        <p:cTn id="17" dur="220" fill="hold"/>
                                        <p:tgtEl>
                                          <p:spTgt spid="1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mph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animRot by="21600000">
                                      <p:cBhvr>
                                        <p:cTn id="2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75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0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2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75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4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5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6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75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68"/>
          <p:cNvSpPr/>
          <p:nvPr/>
        </p:nvSpPr>
        <p:spPr>
          <a:xfrm rot="-360000">
            <a:off x="411480" y="228600"/>
            <a:ext cx="603504" cy="603504"/>
          </a:xfrm>
          <a:prstGeom prst="roundRect">
            <a:avLst>
              <a:gd name="adj" fmla="val 24242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1828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Что лишнее?</a:t>
            </a:r>
            <a:endParaRPr lang="en-US" sz="3000" dirty="0"/>
          </a:p>
        </p:txBody>
      </p:sp>
      <p:pic>
        <p:nvPicPr>
          <p:cNvPr id="4" name="hint_169" descr="/tmp/claude-0/-home-user-clinik/eeebfdc0-2c06-53ed-a395-49ca23f2cd9f/scratchpad/deck/img/picto_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9456"/>
            <a:ext cx="2514600" cy="640080"/>
          </a:xfrm>
          <a:prstGeom prst="rect">
            <a:avLst/>
          </a:prstGeom>
        </p:spPr>
      </p:pic>
      <p:pic>
        <p:nvPicPr>
          <p:cNvPr id="5" name="step_170" descr="/tmp/claude-0/-home-user-clinik/eeebfdc0-2c06-53ed-a395-49ca23f2cd9f/scratchpad/deck/img/step_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960120"/>
            <a:ext cx="329184" cy="329184"/>
          </a:xfrm>
          <a:prstGeom prst="rect">
            <a:avLst/>
          </a:prstGeom>
        </p:spPr>
      </p:pic>
      <p:pic>
        <p:nvPicPr>
          <p:cNvPr id="6" name="step_171" descr="/tmp/claude-0/-home-user-clinik/eeebfdc0-2c06-53ed-a395-49ca23f2cd9f/scratchpad/deck/img/step_d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960120"/>
            <a:ext cx="329184" cy="329184"/>
          </a:xfrm>
          <a:prstGeom prst="rect">
            <a:avLst/>
          </a:prstGeom>
        </p:spPr>
      </p:pic>
      <p:pic>
        <p:nvPicPr>
          <p:cNvPr id="7" name="step_172" descr="/tmp/claude-0/-home-user-clinik/eeebfdc0-2c06-53ed-a395-49ca23f2cd9f/scratchpad/deck/img/step_d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960120"/>
            <a:ext cx="329184" cy="329184"/>
          </a:xfrm>
          <a:prstGeom prst="rect">
            <a:avLst/>
          </a:prstGeom>
        </p:spPr>
      </p:pic>
      <p:pic>
        <p:nvPicPr>
          <p:cNvPr id="8" name="step_173" descr="/tmp/claude-0/-home-user-clinik/eeebfdc0-2c06-53ed-a395-49ca23f2cd9f/scratchpad/deck/img/step_n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3208" y="960120"/>
            <a:ext cx="329184" cy="329184"/>
          </a:xfrm>
          <a:prstGeom prst="rect">
            <a:avLst/>
          </a:prstGeom>
        </p:spPr>
      </p:pic>
      <p:pic>
        <p:nvPicPr>
          <p:cNvPr id="9" name="stepdone_174" descr="/tmp/claude-0/-home-user-clinik/eeebfdc0-2c06-53ed-a395-49ca23f2cd9f/scratchpad/deck/img/step_do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208" y="960120"/>
            <a:ext cx="329184" cy="329184"/>
          </a:xfrm>
          <a:prstGeom prst="rect">
            <a:avLst/>
          </a:prstGeom>
        </p:spPr>
      </p:pic>
      <p:pic>
        <p:nvPicPr>
          <p:cNvPr id="10" name="ok_dress_175" descr="платье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40000">
            <a:off x="502920" y="1783080"/>
            <a:ext cx="1828800" cy="1828800"/>
          </a:xfrm>
          <a:prstGeom prst="rect">
            <a:avLst/>
          </a:prstGeom>
        </p:spPr>
      </p:pic>
      <p:pic>
        <p:nvPicPr>
          <p:cNvPr id="11" name="ok_shirt_176" descr="рубашка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80000">
            <a:off x="2606040" y="1783080"/>
            <a:ext cx="1828800" cy="1828800"/>
          </a:xfrm>
          <a:prstGeom prst="rect">
            <a:avLst/>
          </a:prstGeom>
        </p:spPr>
      </p:pic>
      <p:pic>
        <p:nvPicPr>
          <p:cNvPr id="12" name="ok_shoes_177" descr="туфли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40000">
            <a:off x="4709160" y="1783080"/>
            <a:ext cx="1828800" cy="1828800"/>
          </a:xfrm>
          <a:prstGeom prst="rect">
            <a:avLst/>
          </a:prstGeom>
        </p:spPr>
      </p:pic>
      <p:pic>
        <p:nvPicPr>
          <p:cNvPr id="13" name="odd_rod_178" descr="удочка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120000">
            <a:off x="6812280" y="1783080"/>
            <a:ext cx="1828800" cy="1828800"/>
          </a:xfrm>
          <a:prstGeom prst="rect">
            <a:avLst/>
          </a:prstGeom>
        </p:spPr>
      </p:pic>
      <p:pic>
        <p:nvPicPr>
          <p:cNvPr id="14" name="cross_179" descr="/tmp/claude-0/-home-user-clinik/eeebfdc0-2c06-53ed-a395-49ca23f2cd9f/scratchpad/deck/img/xbadg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19656" y="1801368"/>
            <a:ext cx="438912" cy="457200"/>
          </a:xfrm>
          <a:prstGeom prst="rect">
            <a:avLst/>
          </a:prstGeom>
        </p:spPr>
      </p:pic>
      <p:pic>
        <p:nvPicPr>
          <p:cNvPr id="15" name="cross_180" descr="/tmp/claude-0/-home-user-clinik/eeebfdc0-2c06-53ed-a395-49ca23f2cd9f/scratchpad/deck/img/xbadg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22776" y="1801368"/>
            <a:ext cx="438912" cy="457200"/>
          </a:xfrm>
          <a:prstGeom prst="rect">
            <a:avLst/>
          </a:prstGeom>
        </p:spPr>
      </p:pic>
      <p:pic>
        <p:nvPicPr>
          <p:cNvPr id="16" name="cross_181" descr="/tmp/claude-0/-home-user-clinik/eeebfdc0-2c06-53ed-a395-49ca23f2cd9f/scratchpad/deck/img/xbadg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25896" y="1801368"/>
            <a:ext cx="438912" cy="457200"/>
          </a:xfrm>
          <a:prstGeom prst="rect">
            <a:avLst/>
          </a:prstGeom>
        </p:spPr>
      </p:pic>
      <p:pic>
        <p:nvPicPr>
          <p:cNvPr id="17" name="bigstar_182" descr="/tmp/claude-0/-home-user-clinik/eeebfdc0-2c06-53ed-a395-49ca23f2cd9f/scratchpad/deck/img/em_sta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0880" y="2011680"/>
            <a:ext cx="1371600" cy="1371600"/>
          </a:xfrm>
          <a:prstGeom prst="rect">
            <a:avLst/>
          </a:prstGeom>
        </p:spPr>
      </p:pic>
      <p:pic>
        <p:nvPicPr>
          <p:cNvPr id="18" name="home_183" descr="/tmp/claude-0/-home-user-clinik/eeebfdc0-2c06-53ed-a395-49ca23f2cd9f/scratchpad/deck/img/btn_home.png">
            <a:hlinkClick r:id="rId16" tooltip="В начало" action="ppaction://hlinksldjump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4320" y="4526280"/>
            <a:ext cx="457200" cy="475488"/>
          </a:xfrm>
          <a:prstGeom prst="rect">
            <a:avLst/>
          </a:prstGeom>
        </p:spPr>
      </p:pic>
      <p:pic>
        <p:nvPicPr>
          <p:cNvPr id="19" name="reward_184" descr="/tmp/claude-0/-home-user-clinik/eeebfdc0-2c06-53ed-a395-49ca23f2cd9f/scratchpad/deck/img/btn_star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72400" y="4498848"/>
            <a:ext cx="512064" cy="530352"/>
          </a:xfrm>
          <a:prstGeom prst="rect">
            <a:avLst/>
          </a:prstGeom>
        </p:spPr>
      </p:pic>
      <p:pic>
        <p:nvPicPr>
          <p:cNvPr id="20" name="next_185" descr="/tmp/claude-0/-home-user-clinik/eeebfdc0-2c06-53ed-a395-49ca23f2cd9f/scratchpad/deck/img/btn_next.png">
            <a:hlinkClick r:id="rId19" tooltip="Дальше" action="ppaction://hlinksldjump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12480" y="4526280"/>
            <a:ext cx="457200" cy="475488"/>
          </a:xfrm>
          <a:prstGeom prst="rect">
            <a:avLst/>
          </a:prstGeom>
        </p:spPr>
      </p:pic>
      <p:sp>
        <p:nvSpPr>
          <p:cNvPr id="21" name="dim_18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55000"/>
            </a:schemeClr>
          </a:solidFill>
          <a:ln/>
        </p:spPr>
      </p:sp>
      <p:sp>
        <p:nvSpPr>
          <p:cNvPr id="22" name="wincard_187"/>
          <p:cNvSpPr/>
          <p:nvPr/>
        </p:nvSpPr>
        <p:spPr>
          <a:xfrm>
            <a:off x="2560320" y="1051560"/>
            <a:ext cx="4023360" cy="27432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63500" dir="5400000">
              <a:srgbClr val="000000">
                <a:alpha val="20000"/>
              </a:srgbClr>
            </a:outerShdw>
          </a:effectLst>
        </p:spPr>
      </p:sp>
      <p:sp>
        <p:nvSpPr>
          <p:cNvPr id="23" name="text_188"/>
          <p:cNvSpPr txBox="1"/>
          <p:nvPr/>
        </p:nvSpPr>
        <p:spPr>
          <a:xfrm>
            <a:off x="2560320" y="12344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Молодец!</a:t>
            </a:r>
            <a:endParaRPr lang="en-US" sz="4000" dirty="0"/>
          </a:p>
        </p:txBody>
      </p:sp>
      <p:pic>
        <p:nvPicPr>
          <p:cNvPr id="24" name="winstar_189" descr="/tmp/claude-0/-home-user-clinik/eeebfdc0-2c06-53ed-a395-49ca23f2cd9f/scratchpad/deck/img/em_star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17520" y="2148840"/>
            <a:ext cx="914400" cy="914400"/>
          </a:xfrm>
          <a:prstGeom prst="rect">
            <a:avLst/>
          </a:prstGeom>
        </p:spPr>
      </p:pic>
      <p:pic>
        <p:nvPicPr>
          <p:cNvPr id="25" name="winstar_190" descr="/tmp/claude-0/-home-user-clinik/eeebfdc0-2c06-53ed-a395-49ca23f2cd9f/scratchpad/deck/img/em_star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14800" y="2148840"/>
            <a:ext cx="914400" cy="914400"/>
          </a:xfrm>
          <a:prstGeom prst="rect">
            <a:avLst/>
          </a:prstGeom>
        </p:spPr>
      </p:pic>
      <p:pic>
        <p:nvPicPr>
          <p:cNvPr id="26" name="winstar_191" descr="/tmp/claude-0/-home-user-clinik/eeebfdc0-2c06-53ed-a395-49ca23f2cd9f/scratchpad/deck/img/em_star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12080" y="2148840"/>
            <a:ext cx="914400" cy="914400"/>
          </a:xfrm>
          <a:prstGeom prst="rect">
            <a:avLst/>
          </a:prstGeom>
        </p:spPr>
      </p:pic>
      <p:sp>
        <p:nvSpPr>
          <p:cNvPr id="27" name="confetti_192"/>
          <p:cNvSpPr/>
          <p:nvPr/>
        </p:nvSpPr>
        <p:spPr>
          <a:xfrm rot="1740000">
            <a:off x="4269781" y="-450315"/>
            <a:ext cx="85842" cy="11190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8" name="confetti_193"/>
          <p:cNvSpPr/>
          <p:nvPr/>
        </p:nvSpPr>
        <p:spPr>
          <a:xfrm rot="2760000">
            <a:off x="4253715" y="-611218"/>
            <a:ext cx="79137" cy="15576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9" name="confetti_194"/>
          <p:cNvSpPr/>
          <p:nvPr/>
        </p:nvSpPr>
        <p:spPr>
          <a:xfrm rot="900000">
            <a:off x="6325073" y="-631680"/>
            <a:ext cx="122478" cy="18010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0" name="confetti_195"/>
          <p:cNvSpPr/>
          <p:nvPr/>
        </p:nvSpPr>
        <p:spPr>
          <a:xfrm rot="420000">
            <a:off x="4479033" y="-429680"/>
            <a:ext cx="108023" cy="13803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1" name="confetti_196"/>
          <p:cNvSpPr/>
          <p:nvPr/>
        </p:nvSpPr>
        <p:spPr>
          <a:xfrm rot="240000">
            <a:off x="287898" y="-649991"/>
            <a:ext cx="81180" cy="113545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2" name="confetti_197"/>
          <p:cNvSpPr/>
          <p:nvPr/>
        </p:nvSpPr>
        <p:spPr>
          <a:xfrm rot="2280000">
            <a:off x="8721675" y="-587827"/>
            <a:ext cx="124151" cy="110577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3" name="confetti_198"/>
          <p:cNvSpPr/>
          <p:nvPr/>
        </p:nvSpPr>
        <p:spPr>
          <a:xfrm rot="1620000">
            <a:off x="7192170" y="-537456"/>
            <a:ext cx="89097" cy="172459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confetti_199"/>
          <p:cNvSpPr/>
          <p:nvPr/>
        </p:nvSpPr>
        <p:spPr>
          <a:xfrm rot="5220000">
            <a:off x="7245547" y="-620153"/>
            <a:ext cx="105058" cy="17313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5" name="confetti_200"/>
          <p:cNvSpPr/>
          <p:nvPr/>
        </p:nvSpPr>
        <p:spPr>
          <a:xfrm rot="2520000">
            <a:off x="7463038" y="-635324"/>
            <a:ext cx="128455" cy="121649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6" name="confetti_201"/>
          <p:cNvSpPr/>
          <p:nvPr/>
        </p:nvSpPr>
        <p:spPr>
          <a:xfrm rot="4620000">
            <a:off x="5185723" y="-583525"/>
            <a:ext cx="85667" cy="111437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7" name="confetti_202"/>
          <p:cNvSpPr/>
          <p:nvPr/>
        </p:nvSpPr>
        <p:spPr>
          <a:xfrm rot="2100000">
            <a:off x="4851243" y="-553469"/>
            <a:ext cx="102577" cy="137969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8" name="confetti_203"/>
          <p:cNvSpPr/>
          <p:nvPr/>
        </p:nvSpPr>
        <p:spPr>
          <a:xfrm rot="3060000">
            <a:off x="5495754" y="-668851"/>
            <a:ext cx="92187" cy="128351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9" name="confetti_204"/>
          <p:cNvSpPr/>
          <p:nvPr/>
        </p:nvSpPr>
        <p:spPr>
          <a:xfrm rot="3420000">
            <a:off x="2049340" y="-502958"/>
            <a:ext cx="109706" cy="12154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confetti_205"/>
          <p:cNvSpPr/>
          <p:nvPr/>
        </p:nvSpPr>
        <p:spPr>
          <a:xfrm rot="2040000">
            <a:off x="1590894" y="-542077"/>
            <a:ext cx="98638" cy="118917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1" name="confetti_206"/>
          <p:cNvSpPr/>
          <p:nvPr/>
        </p:nvSpPr>
        <p:spPr>
          <a:xfrm rot="1080000">
            <a:off x="2606006" y="-444812"/>
            <a:ext cx="79523" cy="171195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2" name="confetti_207"/>
          <p:cNvSpPr/>
          <p:nvPr/>
        </p:nvSpPr>
        <p:spPr>
          <a:xfrm rot="660000">
            <a:off x="4461195" y="-599215"/>
            <a:ext cx="121411" cy="167131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3" name="confetti_208"/>
          <p:cNvSpPr/>
          <p:nvPr/>
        </p:nvSpPr>
        <p:spPr>
          <a:xfrm rot="1680000">
            <a:off x="8734239" y="-439787"/>
            <a:ext cx="135063" cy="130985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4" name="confetti_209"/>
          <p:cNvSpPr/>
          <p:nvPr/>
        </p:nvSpPr>
        <p:spPr>
          <a:xfrm rot="3660000">
            <a:off x="6877892" y="-634185"/>
            <a:ext cx="88464" cy="14883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45" name="confetti_210"/>
          <p:cNvSpPr/>
          <p:nvPr/>
        </p:nvSpPr>
        <p:spPr>
          <a:xfrm rot="240000">
            <a:off x="5496837" y="-598496"/>
            <a:ext cx="120184" cy="1473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6" name="confetti_211"/>
          <p:cNvSpPr/>
          <p:nvPr/>
        </p:nvSpPr>
        <p:spPr>
          <a:xfrm rot="120000">
            <a:off x="5632375" y="-532017"/>
            <a:ext cx="109447" cy="1257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7" name="confetti_212"/>
          <p:cNvSpPr/>
          <p:nvPr/>
        </p:nvSpPr>
        <p:spPr>
          <a:xfrm rot="1320000">
            <a:off x="5129970" y="-465819"/>
            <a:ext cx="120795" cy="178365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8" name="confetti_213"/>
          <p:cNvSpPr/>
          <p:nvPr/>
        </p:nvSpPr>
        <p:spPr>
          <a:xfrm rot="2280000">
            <a:off x="998019" y="-580074"/>
            <a:ext cx="123133" cy="171203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9" name="confetti_214"/>
          <p:cNvSpPr/>
          <p:nvPr/>
        </p:nvSpPr>
        <p:spPr>
          <a:xfrm rot="3360000">
            <a:off x="4560708" y="-529970"/>
            <a:ext cx="100811" cy="15618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50" name="confetti_215"/>
          <p:cNvSpPr/>
          <p:nvPr/>
        </p:nvSpPr>
        <p:spPr>
          <a:xfrm rot="1560000">
            <a:off x="3714255" y="-425929"/>
            <a:ext cx="135944" cy="15717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51" name="confetti_216"/>
          <p:cNvSpPr/>
          <p:nvPr/>
        </p:nvSpPr>
        <p:spPr>
          <a:xfrm rot="1680000">
            <a:off x="2589227" y="-620028"/>
            <a:ext cx="115807" cy="125929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2" name="confetti_217"/>
          <p:cNvSpPr/>
          <p:nvPr/>
        </p:nvSpPr>
        <p:spPr>
          <a:xfrm rot="180000">
            <a:off x="8384628" y="-461197"/>
            <a:ext cx="131481" cy="1659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3" name="confetti_218"/>
          <p:cNvSpPr/>
          <p:nvPr/>
        </p:nvSpPr>
        <p:spPr>
          <a:xfrm rot="3360000">
            <a:off x="6998731" y="-442893"/>
            <a:ext cx="126625" cy="1615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4" name="confetti_219"/>
          <p:cNvSpPr/>
          <p:nvPr/>
        </p:nvSpPr>
        <p:spPr>
          <a:xfrm rot="5400000">
            <a:off x="5643805" y="-666703"/>
            <a:ext cx="122447" cy="15916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5" name="confetti_220"/>
          <p:cNvSpPr/>
          <p:nvPr/>
        </p:nvSpPr>
        <p:spPr>
          <a:xfrm rot="5340000">
            <a:off x="6201017" y="-538773"/>
            <a:ext cx="83367" cy="13488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56" name="confetti_221"/>
          <p:cNvSpPr/>
          <p:nvPr/>
        </p:nvSpPr>
        <p:spPr>
          <a:xfrm rot="2940000">
            <a:off x="7399629" y="-684666"/>
            <a:ext cx="84110" cy="123216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57" name="confetti_222"/>
          <p:cNvSpPr/>
          <p:nvPr/>
        </p:nvSpPr>
        <p:spPr>
          <a:xfrm rot="3420000">
            <a:off x="3970574" y="-429820"/>
            <a:ext cx="107831" cy="169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8" name="confetti_223"/>
          <p:cNvSpPr/>
          <p:nvPr/>
        </p:nvSpPr>
        <p:spPr>
          <a:xfrm rot="4560000">
            <a:off x="7842019" y="-598574"/>
            <a:ext cx="131576" cy="162397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9" name="confetti_224"/>
          <p:cNvSpPr/>
          <p:nvPr/>
        </p:nvSpPr>
        <p:spPr>
          <a:xfrm rot="1200000">
            <a:off x="771954" y="-444274"/>
            <a:ext cx="80975" cy="116253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0" name="confetti_225"/>
          <p:cNvSpPr/>
          <p:nvPr/>
        </p:nvSpPr>
        <p:spPr>
          <a:xfrm rot="1500000">
            <a:off x="6063615" y="-460907"/>
            <a:ext cx="118981" cy="164611"/>
          </a:xfrm>
          <a:prstGeom prst="rect">
            <a:avLst/>
          </a:prstGeom>
          <a:solidFill>
            <a:schemeClr val="accent4"/>
          </a:solidFill>
          <a:ln/>
        </p:spPr>
      </p:sp>
    </p:spTree>
  </p:cSld>
  <p:clrMapOvr>
    <a:masterClrMapping/>
  </p:clrMapOvr>
  <p:transition spd="slow" advClick="0">
    <p:push dir="l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75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75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75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fill="hold" accel="25000" decel="25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-0.12 0.06 -0.4 0.14 -0.95 E" pathEditMode="relative" rAng="0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6" presetClass="emph" presetSubtype="0" fill="hold" autoRev="1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55" dur="220" fill="hold"/>
                                        <p:tgtEl>
                                          <p:spTgt spid="1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56" presetID="6" presetClass="emph" presetSubtype="0" fill="hold" autoRev="1" grpId="0" nodeType="withEffect">
                                  <p:stCondLst>
                                    <p:cond delay="420"/>
                                  </p:stCondLst>
                                  <p:childTnLst>
                                    <p:animScale>
                                      <p:cBhvr>
                                        <p:cTn id="57" dur="220" fill="hold"/>
                                        <p:tgtEl>
                                          <p:spTgt spid="1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6" presetClass="emph" presetSubtype="0" fill="hold" autoRev="1" grpId="0" nodeType="withEffect">
                                  <p:stCondLst>
                                    <p:cond delay="540"/>
                                  </p:stCondLst>
                                  <p:childTnLst>
                                    <p:animScale>
                                      <p:cBhvr>
                                        <p:cTn id="59" dur="220" fill="hold"/>
                                        <p:tgtEl>
                                          <p:spTgt spid="1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8" presetClass="emph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animRot by="21600000">
                                      <p:cBhvr>
                                        <p:cTn id="66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8" presetClass="emph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8" presetClass="emp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21600000">
                                      <p:cBhvr>
                                        <p:cTn id="10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8" presetClass="emph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21600000">
                                      <p:cBhvr>
                                        <p:cTn id="10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" presetID="0" presetClass="path" presetSubtype="0" fill="hold" accel="25000" decel="25000" grpId="0" nodeType="withEffect">
                                  <p:stCondLst>
                                    <p:cond delay="759"/>
                                  </p:stCondLst>
                                  <p:childTnLst>
                                    <p:animMotion origin="layout" path="M 0 0 C -0.0023 0.35 0.0023 0.75 -0.0034 1.2 E" pathEditMode="relative" rAng="0">
                                      <p:cBhvr>
                                        <p:cTn id="110" dur="2366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8" presetClass="emph" presetSubtype="0" fill="hold" grpId="0" nodeType="withEffect">
                                  <p:stCondLst>
                                    <p:cond delay="759"/>
                                  </p:stCondLst>
                                  <p:childTnLst>
                                    <p:animRot by="43200000">
                                      <p:cBhvr>
                                        <p:cTn id="112" dur="2366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3" presetID="0" presetClass="path" presetSubtype="0" fill="hold" accel="25000" decel="25000" grpId="0" nodeType="withEffect">
                                  <p:stCondLst>
                                    <p:cond delay="872"/>
                                  </p:stCondLst>
                                  <p:childTnLst>
                                    <p:animMotion origin="layout" path="M 0 0 C 0.024 0.35 -0.024 0.75 0.0361 1.2 E" pathEditMode="relative" rAng="0">
                                      <p:cBhvr>
                                        <p:cTn id="114" dur="303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8" presetClass="emph" presetSubtype="0" fill="hold" grpId="0" nodeType="withEffect">
                                  <p:stCondLst>
                                    <p:cond delay="872"/>
                                  </p:stCondLst>
                                  <p:childTnLst>
                                    <p:animRot by="-43200000">
                                      <p:cBhvr>
                                        <p:cTn id="116" dur="303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" presetID="0" presetClass="path" presetSubtype="0" fill="hold" accel="25000" decel="25000" grpId="0" nodeType="withEffect">
                                  <p:stCondLst>
                                    <p:cond delay="1109"/>
                                  </p:stCondLst>
                                  <p:childTnLst>
                                    <p:animMotion origin="layout" path="M 0 0 C -0.0521 0.35 0.0521 0.75 -0.0782 1.2 E" pathEditMode="relative" rAng="0">
                                      <p:cBhvr>
                                        <p:cTn id="118" dur="3076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8" presetClass="emph" presetSubtype="0" fill="hold" grpId="0" nodeType="withEffect">
                                  <p:stCondLst>
                                    <p:cond delay="1109"/>
                                  </p:stCondLst>
                                  <p:childTnLst>
                                    <p:animRot by="43200000">
                                      <p:cBhvr>
                                        <p:cTn id="120" dur="3076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1" presetID="0" presetClass="path" presetSubtype="0" fill="hold" accel="25000" decel="25000" grpId="0" nodeType="withEffect">
                                  <p:stCondLst>
                                    <p:cond delay="841"/>
                                  </p:stCondLst>
                                  <p:childTnLst>
                                    <p:animMotion origin="layout" path="M 0 0 C -0.0175 0.35 0.0175 0.75 -0.0262 1.2 E" pathEditMode="relative" rAng="0">
                                      <p:cBhvr>
                                        <p:cTn id="122" dur="254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8" presetClass="emph" presetSubtype="0" fill="hold" grpId="0" nodeType="withEffect">
                                  <p:stCondLst>
                                    <p:cond delay="841"/>
                                  </p:stCondLst>
                                  <p:childTnLst>
                                    <p:animRot by="-43200000">
                                      <p:cBhvr>
                                        <p:cTn id="124" dur="254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" presetID="0" presetClass="path" presetSubtype="0" fill="hold" accel="25000" decel="25000" grpId="0" nodeType="withEffect">
                                  <p:stCondLst>
                                    <p:cond delay="823"/>
                                  </p:stCondLst>
                                  <p:childTnLst>
                                    <p:animMotion origin="layout" path="M 0 0 C 0.0322 0.35 -0.0322 0.75 0.0483 1.2 E" pathEditMode="relative" rAng="0">
                                      <p:cBhvr>
                                        <p:cTn id="126" dur="2783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8" presetClass="emph" presetSubtype="0" fill="hold" grpId="0" nodeType="withEffect">
                                  <p:stCondLst>
                                    <p:cond delay="823"/>
                                  </p:stCondLst>
                                  <p:childTnLst>
                                    <p:animRot by="-43200000">
                                      <p:cBhvr>
                                        <p:cTn id="128" dur="2783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9" presetID="0" presetClass="path" presetSubtype="0" fill="hold" accel="25000" decel="25000" grpId="0" nodeType="withEffect">
                                  <p:stCondLst>
                                    <p:cond delay="721"/>
                                  </p:stCondLst>
                                  <p:childTnLst>
                                    <p:animMotion origin="layout" path="M 0 0 C -0.056 0.35 0.056 0.75 -0.084 1.2 E" pathEditMode="relative" rAng="0">
                                      <p:cBhvr>
                                        <p:cTn id="130" dur="3206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8" presetClass="emph" presetSubtype="0" fill="hold" grpId="0" nodeType="withEffect">
                                  <p:stCondLst>
                                    <p:cond delay="721"/>
                                  </p:stCondLst>
                                  <p:childTnLst>
                                    <p:animRot by="-43200000">
                                      <p:cBhvr>
                                        <p:cTn id="132" dur="3206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3" presetID="0" presetClass="path" presetSubtype="0" fill="hold" accel="25000" decel="25000" grpId="0" nodeType="withEffect">
                                  <p:stCondLst>
                                    <p:cond delay="1217"/>
                                  </p:stCondLst>
                                  <p:childTnLst>
                                    <p:animMotion origin="layout" path="M 0 0 C -0.0296 0.35 0.0296 0.75 -0.0444 1.2 E" pathEditMode="relative" rAng="0">
                                      <p:cBhvr>
                                        <p:cTn id="134" dur="3344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8" presetClass="emph" presetSubtype="0" fill="hold" grpId="0" nodeType="withEffect">
                                  <p:stCondLst>
                                    <p:cond delay="1217"/>
                                  </p:stCondLst>
                                  <p:childTnLst>
                                    <p:animRot by="-43200000">
                                      <p:cBhvr>
                                        <p:cTn id="136" dur="3344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" presetID="0" presetClass="path" presetSubtype="0" fill="hold" accel="25000" decel="25000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C 0.023 0.35 -0.023 0.75 0.0344 1.2 E" pathEditMode="relative" rAng="0">
                                      <p:cBhvr>
                                        <p:cTn id="138" dur="3155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8" presetClass="emph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Rot by="43200000">
                                      <p:cBhvr>
                                        <p:cTn id="140" dur="3155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1" presetID="0" presetClass="path" presetSubtype="0" fill="hold" accel="25000" decel="25000" grpId="0" nodeType="withEffect">
                                  <p:stCondLst>
                                    <p:cond delay="1180"/>
                                  </p:stCondLst>
                                  <p:childTnLst>
                                    <p:animMotion origin="layout" path="M 0 0 C 0.0355 0.35 -0.0355 0.75 0.0532 1.2 E" pathEditMode="relative" rAng="0">
                                      <p:cBhvr>
                                        <p:cTn id="142" dur="235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8" presetClass="emph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animRot by="43200000">
                                      <p:cBhvr>
                                        <p:cTn id="144" dur="235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5" presetID="0" presetClass="path" presetSubtype="0" fill="hold" accel="25000" decel="25000" grpId="0" nodeType="withEffect">
                                  <p:stCondLst>
                                    <p:cond delay="1169"/>
                                  </p:stCondLst>
                                  <p:childTnLst>
                                    <p:animMotion origin="layout" path="M 0 0 C 0.0439 0.35 -0.0439 0.75 0.0658 1.2 E" pathEditMode="relative" rAng="0">
                                      <p:cBhvr>
                                        <p:cTn id="146" dur="2549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7" presetID="8" presetClass="emph" presetSubtype="0" fill="hold" grpId="0" nodeType="withEffect">
                                  <p:stCondLst>
                                    <p:cond delay="1169"/>
                                  </p:stCondLst>
                                  <p:childTnLst>
                                    <p:animRot by="-43200000">
                                      <p:cBhvr>
                                        <p:cTn id="148" dur="2549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9" presetID="0" presetClass="path" presetSubtype="0" fill="hold" accel="25000" decel="25000" grpId="0" nodeType="withEffect">
                                  <p:stCondLst>
                                    <p:cond delay="771"/>
                                  </p:stCondLst>
                                  <p:childTnLst>
                                    <p:animMotion origin="layout" path="M 0 0 C 0 0.35 0 0.75 -0.0001 1.2 E" pathEditMode="relative" rAng="0">
                                      <p:cBhvr>
                                        <p:cTn id="150" dur="3144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1" presetID="8" presetClass="emph" presetSubtype="0" fill="hold" grpId="0" nodeType="withEffect">
                                  <p:stCondLst>
                                    <p:cond delay="771"/>
                                  </p:stCondLst>
                                  <p:childTnLst>
                                    <p:animRot by="-43200000">
                                      <p:cBhvr>
                                        <p:cTn id="152" dur="3144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3" presetID="0" presetClass="path" presetSubtype="0" fill="hold" accel="25000" decel="25000" grpId="0" nodeType="withEffect">
                                  <p:stCondLst>
                                    <p:cond delay="1020"/>
                                  </p:stCondLst>
                                  <p:childTnLst>
                                    <p:animMotion origin="layout" path="M 0 0 C -0.022 0.35 0.022 0.75 -0.0331 1.2 E" pathEditMode="relative" rAng="0">
                                      <p:cBhvr>
                                        <p:cTn id="154" dur="2988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8" presetClass="emph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animRot by="-43200000">
                                      <p:cBhvr>
                                        <p:cTn id="156" dur="2988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7" presetID="0" presetClass="path" presetSubtype="0" fill="hold" accel="25000" decel="25000" grpId="0" nodeType="withEffect">
                                  <p:stCondLst>
                                    <p:cond delay="1051"/>
                                  </p:stCondLst>
                                  <p:childTnLst>
                                    <p:animMotion origin="layout" path="M 0 0 C 0.045 0.35 -0.045 0.75 0.0674 1.2 E" pathEditMode="relative" rAng="0">
                                      <p:cBhvr>
                                        <p:cTn id="158" dur="2767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9" presetID="8" presetClass="emph" presetSubtype="0" fill="hold" grpId="0" nodeType="withEffect">
                                  <p:stCondLst>
                                    <p:cond delay="1051"/>
                                  </p:stCondLst>
                                  <p:childTnLst>
                                    <p:animRot by="43200000">
                                      <p:cBhvr>
                                        <p:cTn id="160" dur="2767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1" presetID="0" presetClass="path" presetSubtype="0" fill="hold" accel="25000" decel="25000" grpId="0" nodeType="withEffect">
                                  <p:stCondLst>
                                    <p:cond delay="1044"/>
                                  </p:stCondLst>
                                  <p:childTnLst>
                                    <p:animMotion origin="layout" path="M 0 0 C -0.049 0.35 0.049 0.75 -0.0735 1.2 E" pathEditMode="relative" rAng="0">
                                      <p:cBhvr>
                                        <p:cTn id="162" dur="2784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3" presetID="8" presetClass="emph" presetSubtype="0" fill="hold" grpId="0" nodeType="withEffect">
                                  <p:stCondLst>
                                    <p:cond delay="1044"/>
                                  </p:stCondLst>
                                  <p:childTnLst>
                                    <p:animRot by="43200000">
                                      <p:cBhvr>
                                        <p:cTn id="164" dur="2784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5" presetID="0" presetClass="path" presetSubtype="0" fill="hold" accel="25000" decel="25000" grpId="0" nodeType="withEffect">
                                  <p:stCondLst>
                                    <p:cond delay="740"/>
                                  </p:stCondLst>
                                  <p:childTnLst>
                                    <p:animMotion origin="layout" path="M 0 0 C -0.0075 0.35 0.0075 0.75 -0.0113 1.2 E" pathEditMode="relative" rAng="0">
                                      <p:cBhvr>
                                        <p:cTn id="166" dur="3029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7" presetID="8" presetClass="emph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animRot by="-43200000">
                                      <p:cBhvr>
                                        <p:cTn id="168" dur="3029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9" presetID="0" presetClass="path" presetSubtype="0" fill="hold" accel="25000" decel="25000" grpId="0" nodeType="withEffect">
                                  <p:stCondLst>
                                    <p:cond delay="1115"/>
                                  </p:stCondLst>
                                  <p:childTnLst>
                                    <p:animMotion origin="layout" path="M 0 0 C 0.0149 0.35 -0.0149 0.75 0.0223 1.2 E" pathEditMode="relative" rAng="0">
                                      <p:cBhvr>
                                        <p:cTn id="170" dur="3369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1" presetID="8" presetClass="emph" presetSubtype="0" fill="hold" grpId="0" nodeType="withEffect">
                                  <p:stCondLst>
                                    <p:cond delay="1115"/>
                                  </p:stCondLst>
                                  <p:childTnLst>
                                    <p:animRot by="-43200000">
                                      <p:cBhvr>
                                        <p:cTn id="172" dur="3369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3" presetID="0" presetClass="path" presetSubtype="0" fill="hold" accel="25000" decel="25000" grpId="0" nodeType="withEffect">
                                  <p:stCondLst>
                                    <p:cond delay="1229"/>
                                  </p:stCondLst>
                                  <p:childTnLst>
                                    <p:animMotion origin="layout" path="M 0 0 C 0.0427 0.35 -0.0427 0.75 0.0641 1.2 E" pathEditMode="relative" rAng="0">
                                      <p:cBhvr>
                                        <p:cTn id="174" dur="3168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8" presetClass="emph" presetSubtype="0" fill="hold" grpId="0" nodeType="withEffect">
                                  <p:stCondLst>
                                    <p:cond delay="1229"/>
                                  </p:stCondLst>
                                  <p:childTnLst>
                                    <p:animRot by="-43200000">
                                      <p:cBhvr>
                                        <p:cTn id="176" dur="3168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7" presetID="0" presetClass="path" presetSubtype="0" fill="hold" accel="25000" decel="25000" grpId="0" nodeType="withEffect">
                                  <p:stCondLst>
                                    <p:cond delay="1266"/>
                                  </p:stCondLst>
                                  <p:childTnLst>
                                    <p:animMotion origin="layout" path="M 0 0 C 0.0098 0.35 -0.0098 0.75 0.0147 1.2 E" pathEditMode="relative" rAng="0">
                                      <p:cBhvr>
                                        <p:cTn id="178" dur="2668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9" presetID="8" presetClass="emph" presetSubtype="0" fill="hold" grpId="0" nodeType="withEffect">
                                  <p:stCondLst>
                                    <p:cond delay="1266"/>
                                  </p:stCondLst>
                                  <p:childTnLst>
                                    <p:animRot by="43200000">
                                      <p:cBhvr>
                                        <p:cTn id="180" dur="2668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1" presetID="0" presetClass="path" presetSubtype="0" fill="hold" accel="25000" decel="25000" grpId="0" nodeType="withEffect">
                                  <p:stCondLst>
                                    <p:cond delay="1287"/>
                                  </p:stCondLst>
                                  <p:childTnLst>
                                    <p:animMotion origin="layout" path="M 0 0 C 0.0248 0.35 -0.0248 0.75 0.0371 1.2 E" pathEditMode="relative" rAng="0">
                                      <p:cBhvr>
                                        <p:cTn id="182" dur="3315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3" presetID="8" presetClass="emph" presetSubtype="0" fill="hold" grpId="0" nodeType="withEffect">
                                  <p:stCondLst>
                                    <p:cond delay="1287"/>
                                  </p:stCondLst>
                                  <p:childTnLst>
                                    <p:animRot by="-43200000">
                                      <p:cBhvr>
                                        <p:cTn id="184" dur="3315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5" presetID="0" presetClass="path" presetSubtype="0" fill="hold" accel="25000" decel="25000" grpId="0" nodeType="withEffect">
                                  <p:stCondLst>
                                    <p:cond delay="1057"/>
                                  </p:stCondLst>
                                  <p:childTnLst>
                                    <p:animMotion origin="layout" path="M 0 0 C 0.0435 0.35 -0.0435 0.75 0.0653 1.2 E" pathEditMode="relative" rAng="0">
                                      <p:cBhvr>
                                        <p:cTn id="186" dur="3472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7" presetID="8" presetClass="emph" presetSubtype="0" fill="hold" grpId="0" nodeType="withEffect">
                                  <p:stCondLst>
                                    <p:cond delay="1057"/>
                                  </p:stCondLst>
                                  <p:childTnLst>
                                    <p:animRot by="43200000">
                                      <p:cBhvr>
                                        <p:cTn id="188" dur="3472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9" presetID="0" presetClass="path" presetSubtype="0" fill="hold" accel="25000" decel="25000" grpId="0" nodeType="withEffect">
                                  <p:stCondLst>
                                    <p:cond delay="903"/>
                                  </p:stCondLst>
                                  <p:childTnLst>
                                    <p:animMotion origin="layout" path="M 0 0 C -0.0064 0.35 0.0064 0.75 -0.0096 1.2 E" pathEditMode="relative" rAng="0">
                                      <p:cBhvr>
                                        <p:cTn id="190" dur="2357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1" presetID="8" presetClass="emph" presetSubtype="0" fill="hold" grpId="0" nodeType="withEffect">
                                  <p:stCondLst>
                                    <p:cond delay="903"/>
                                  </p:stCondLst>
                                  <p:childTnLst>
                                    <p:animRot by="-43200000">
                                      <p:cBhvr>
                                        <p:cTn id="192" dur="2357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3" presetID="0" presetClass="path" presetSubtype="0" fill="hold" accel="25000" decel="25000" grpId="0" nodeType="withEffect">
                                  <p:stCondLst>
                                    <p:cond delay="803"/>
                                  </p:stCondLst>
                                  <p:childTnLst>
                                    <p:animMotion origin="layout" path="M 0 0 C -0.0219 0.35 0.0219 0.75 -0.0329 1.2 E" pathEditMode="relative" rAng="0">
                                      <p:cBhvr>
                                        <p:cTn id="194" dur="2388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8" presetClass="emph" presetSubtype="0" fill="hold" grpId="0" nodeType="withEffect">
                                  <p:stCondLst>
                                    <p:cond delay="803"/>
                                  </p:stCondLst>
                                  <p:childTnLst>
                                    <p:animRot by="43200000">
                                      <p:cBhvr>
                                        <p:cTn id="196" dur="2388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7" presetID="0" presetClass="path" presetSubtype="0" fill="hold" accel="25000" decel="25000" grpId="0" nodeType="withEffect">
                                  <p:stCondLst>
                                    <p:cond delay="1262"/>
                                  </p:stCondLst>
                                  <p:childTnLst>
                                    <p:animMotion origin="layout" path="M 0 0 C 0.0477 0.35 -0.0477 0.75 0.0716 1.2 E" pathEditMode="relative" rAng="0">
                                      <p:cBhvr>
                                        <p:cTn id="198" dur="2855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9" presetID="8" presetClass="emph" presetSubtype="0" fill="hold" grpId="0" nodeType="withEffect">
                                  <p:stCondLst>
                                    <p:cond delay="1262"/>
                                  </p:stCondLst>
                                  <p:childTnLst>
                                    <p:animRot by="-43200000">
                                      <p:cBhvr>
                                        <p:cTn id="200" dur="2855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1" presetID="0" presetClass="path" presetSubtype="0" fill="hold" accel="25000" decel="25000" grpId="0" nodeType="withEffect">
                                  <p:stCondLst>
                                    <p:cond delay="1188"/>
                                  </p:stCondLst>
                                  <p:childTnLst>
                                    <p:animMotion origin="layout" path="M 0 0 C -0.0566 0.35 0.0566 0.75 -0.0849 1.2 E" pathEditMode="relative" rAng="0">
                                      <p:cBhvr>
                                        <p:cTn id="202" dur="2434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3" presetID="8" presetClass="emph" presetSubtype="0" fill="hold" grpId="0" nodeType="withEffect">
                                  <p:stCondLst>
                                    <p:cond delay="1188"/>
                                  </p:stCondLst>
                                  <p:childTnLst>
                                    <p:animRot by="43200000">
                                      <p:cBhvr>
                                        <p:cTn id="204" dur="2434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5" presetID="0" presetClass="path" presetSubtype="0" fill="hold" accel="25000" decel="25000" grpId="0" nodeType="withEffect">
                                  <p:stCondLst>
                                    <p:cond delay="1129"/>
                                  </p:stCondLst>
                                  <p:childTnLst>
                                    <p:animMotion origin="layout" path="M 0 0 C 0.0149 0.35 -0.0149 0.75 0.0224 1.2 E" pathEditMode="relative" rAng="0">
                                      <p:cBhvr>
                                        <p:cTn id="206" dur="2317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7" presetID="8" presetClass="emph" presetSubtype="0" fill="hold" grpId="0" nodeType="withEffect">
                                  <p:stCondLst>
                                    <p:cond delay="1129"/>
                                  </p:stCondLst>
                                  <p:childTnLst>
                                    <p:animRot by="-43200000">
                                      <p:cBhvr>
                                        <p:cTn id="208" dur="2317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9" presetID="0" presetClass="path" presetSubtype="0" fill="hold" accel="25000" decel="25000" grpId="0" nodeType="withEffect">
                                  <p:stCondLst>
                                    <p:cond delay="934"/>
                                  </p:stCondLst>
                                  <p:childTnLst>
                                    <p:animMotion origin="layout" path="M 0 0 C 0.058 0.35 -0.058 0.75 0.087 1.2 E" pathEditMode="relative" rAng="0">
                                      <p:cBhvr>
                                        <p:cTn id="210" dur="2632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1" presetID="8" presetClass="emph" presetSubtype="0" fill="hold" grpId="0" nodeType="withEffect">
                                  <p:stCondLst>
                                    <p:cond delay="934"/>
                                  </p:stCondLst>
                                  <p:childTnLst>
                                    <p:animRot by="-43200000">
                                      <p:cBhvr>
                                        <p:cTn id="212" dur="2632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3" presetID="0" presetClass="path" presetSubtype="0" fill="hold" accel="25000" decel="25000" grpId="0" nodeType="withEffect">
                                  <p:stCondLst>
                                    <p:cond delay="662"/>
                                  </p:stCondLst>
                                  <p:childTnLst>
                                    <p:animMotion origin="layout" path="M 0 0 C 0.0299 0.35 -0.0299 0.75 0.0449 1.2 E" pathEditMode="relative" rAng="0">
                                      <p:cBhvr>
                                        <p:cTn id="214" dur="2645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8" presetClass="emph" presetSubtype="0" fill="hold" grpId="0" nodeType="withEffect">
                                  <p:stCondLst>
                                    <p:cond delay="662"/>
                                  </p:stCondLst>
                                  <p:childTnLst>
                                    <p:animRot by="43200000">
                                      <p:cBhvr>
                                        <p:cTn id="216" dur="2645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7" presetID="0" presetClass="path" presetSubtype="0" fill="hold" accel="25000" decel="25000" grpId="0" nodeType="withEffect">
                                  <p:stCondLst>
                                    <p:cond delay="1105"/>
                                  </p:stCondLst>
                                  <p:childTnLst>
                                    <p:animMotion origin="layout" path="M 0 0 C 0.0142 0.35 -0.0142 0.75 0.0213 1.2 E" pathEditMode="relative" rAng="0">
                                      <p:cBhvr>
                                        <p:cTn id="218" dur="2492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9" presetID="8" presetClass="emph" presetSubtype="0" fill="hold" grpId="0" nodeType="withEffect">
                                  <p:stCondLst>
                                    <p:cond delay="1105"/>
                                  </p:stCondLst>
                                  <p:childTnLst>
                                    <p:animRot by="-43200000">
                                      <p:cBhvr>
                                        <p:cTn id="220" dur="2492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1" presetID="0" presetClass="path" presetSubtype="0" fill="hold" accel="25000" decel="25000" grpId="0" nodeType="withEffect">
                                  <p:stCondLst>
                                    <p:cond delay="986"/>
                                  </p:stCondLst>
                                  <p:childTnLst>
                                    <p:animMotion origin="layout" path="M 0 0 C -0.0063 0.35 0.0063 0.75 -0.0094 1.2 E" pathEditMode="relative" rAng="0">
                                      <p:cBhvr>
                                        <p:cTn id="222" dur="3093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3" presetID="8" presetClass="emph" presetSubtype="0" fill="hold" grpId="0" nodeType="withEffect">
                                  <p:stCondLst>
                                    <p:cond delay="986"/>
                                  </p:stCondLst>
                                  <p:childTnLst>
                                    <p:animRot by="43200000">
                                      <p:cBhvr>
                                        <p:cTn id="224" dur="3093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5" presetID="0" presetClass="path" presetSubtype="0" fill="hold" accel="25000" decel="25000" grpId="0" nodeType="withEffect">
                                  <p:stCondLst>
                                    <p:cond delay="935"/>
                                  </p:stCondLst>
                                  <p:childTnLst>
                                    <p:animMotion origin="layout" path="M 0 0 C -0.0446 0.35 0.0446 0.75 -0.0668 1.2 E" pathEditMode="relative" rAng="0">
                                      <p:cBhvr>
                                        <p:cTn id="226" dur="2909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7" presetID="8" presetClass="emph" presetSubtype="0" fill="hold" grpId="0" nodeType="withEffect">
                                  <p:stCondLst>
                                    <p:cond delay="935"/>
                                  </p:stCondLst>
                                  <p:childTnLst>
                                    <p:animRot by="43200000">
                                      <p:cBhvr>
                                        <p:cTn id="228" dur="2909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9" presetID="0" presetClass="path" presetSubtype="0" fill="hold" accel="25000" decel="25000" grpId="0" nodeType="withEffect">
                                  <p:stCondLst>
                                    <p:cond delay="691"/>
                                  </p:stCondLst>
                                  <p:childTnLst>
                                    <p:animMotion origin="layout" path="M 0 0 C -0.0077 0.35 0.0077 0.75 -0.0116 1.2 E" pathEditMode="relative" rAng="0">
                                      <p:cBhvr>
                                        <p:cTn id="230" dur="3299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1" presetID="8" presetClass="emph" presetSubtype="0" fill="hold" grpId="0" nodeType="withEffect">
                                  <p:stCondLst>
                                    <p:cond delay="691"/>
                                  </p:stCondLst>
                                  <p:childTnLst>
                                    <p:animRot by="43200000">
                                      <p:cBhvr>
                                        <p:cTn id="232" dur="3299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3" presetID="0" presetClass="path" presetSubtype="0" fill="hold" accel="25000" decel="25000" grpId="0" nodeType="withEffect">
                                  <p:stCondLst>
                                    <p:cond delay="1073"/>
                                  </p:stCondLst>
                                  <p:childTnLst>
                                    <p:animMotion origin="layout" path="M 0 0 C -0.027 0.35 0.027 0.75 -0.0405 1.2 E" pathEditMode="relative" rAng="0">
                                      <p:cBhvr>
                                        <p:cTn id="234" dur="2859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8" presetClass="emph" presetSubtype="0" fill="hold" grpId="0" nodeType="withEffect">
                                  <p:stCondLst>
                                    <p:cond delay="1073"/>
                                  </p:stCondLst>
                                  <p:childTnLst>
                                    <p:animRot by="43200000">
                                      <p:cBhvr>
                                        <p:cTn id="236" dur="2859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7" presetID="0" presetClass="path" presetSubtype="0" fill="hold" accel="25000" decel="25000" grpId="0" nodeType="withEffect">
                                  <p:stCondLst>
                                    <p:cond delay="1058"/>
                                  </p:stCondLst>
                                  <p:childTnLst>
                                    <p:animMotion origin="layout" path="M 0 0 C -0.0166 0.35 0.0166 0.75 -0.025 1.2 E" pathEditMode="relative" rAng="0">
                                      <p:cBhvr>
                                        <p:cTn id="238" dur="2593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9" presetID="8" presetClass="emph" presetSubtype="0" fill="hold" grpId="0" nodeType="withEffect">
                                  <p:stCondLst>
                                    <p:cond delay="1058"/>
                                  </p:stCondLst>
                                  <p:childTnLst>
                                    <p:animRot by="43200000">
                                      <p:cBhvr>
                                        <p:cTn id="240" dur="2593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1" presetID="0" presetClass="path" presetSubtype="0" fill="hold" accel="25000" decel="25000" grpId="0" nodeType="withEffect">
                                  <p:stCondLst>
                                    <p:cond delay="883"/>
                                  </p:stCondLst>
                                  <p:childTnLst>
                                    <p:animMotion origin="layout" path="M 0 0 C 0.0056 0.35 -0.0056 0.75 0.0084 1.2 E" pathEditMode="relative" rAng="0">
                                      <p:cBhvr>
                                        <p:cTn id="242" dur="301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3" presetID="8" presetClass="emph" presetSubtype="0" fill="hold" grpId="0" nodeType="withEffect">
                                  <p:stCondLst>
                                    <p:cond delay="883"/>
                                  </p:stCondLst>
                                  <p:childTnLst>
                                    <p:animRot by="43200000">
                                      <p:cBhvr>
                                        <p:cTn id="244" dur="301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26"/>
          <p:cNvSpPr/>
          <p:nvPr/>
        </p:nvSpPr>
        <p:spPr>
          <a:xfrm rot="-360000">
            <a:off x="411480" y="228600"/>
            <a:ext cx="603504" cy="603504"/>
          </a:xfrm>
          <a:prstGeom prst="roundRect">
            <a:avLst>
              <a:gd name="adj" fmla="val 24242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1828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Чья тень?</a:t>
            </a:r>
            <a:endParaRPr lang="en-US" sz="3000" dirty="0"/>
          </a:p>
        </p:txBody>
      </p:sp>
      <p:pic>
        <p:nvPicPr>
          <p:cNvPr id="4" name="hint_227" descr="/tmp/claude-0/-home-user-clinik/eeebfdc0-2c06-53ed-a395-49ca23f2cd9f/scratchpad/deck/img/picto_g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9456"/>
            <a:ext cx="1508760" cy="640080"/>
          </a:xfrm>
          <a:prstGeom prst="rect">
            <a:avLst/>
          </a:prstGeom>
        </p:spPr>
      </p:pic>
      <p:sp>
        <p:nvSpPr>
          <p:cNvPr id="5" name="shelf_228"/>
          <p:cNvSpPr/>
          <p:nvPr/>
        </p:nvSpPr>
        <p:spPr>
          <a:xfrm>
            <a:off x="868680" y="1005840"/>
            <a:ext cx="7406640" cy="1847088"/>
          </a:xfrm>
          <a:prstGeom prst="roundRect">
            <a:avLst>
              <a:gd name="adj" fmla="val 14851"/>
            </a:avLst>
          </a:prstGeom>
          <a:solidFill>
            <a:schemeClr val="bg1">
              <a:alpha val="35000"/>
            </a:schemeClr>
          </a:solidFill>
          <a:ln/>
        </p:spPr>
      </p:sp>
      <p:sp>
        <p:nvSpPr>
          <p:cNvPr id="6" name="plank_229"/>
          <p:cNvSpPr/>
          <p:nvPr/>
        </p:nvSpPr>
        <p:spPr>
          <a:xfrm>
            <a:off x="960120" y="2651760"/>
            <a:ext cx="7223760" cy="128016"/>
          </a:xfrm>
          <a:prstGeom prst="roundRect">
            <a:avLst>
              <a:gd name="adj" fmla="val 50000"/>
            </a:avLst>
          </a:prstGeom>
          <a:solidFill>
            <a:srgbClr val="A86B33"/>
          </a:solidFill>
          <a:ln/>
        </p:spPr>
      </p:sp>
      <p:pic>
        <p:nvPicPr>
          <p:cNvPr id="7" name="shadow_backpack_230" descr="тень: портфель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" y="1115568"/>
            <a:ext cx="1463040" cy="1463040"/>
          </a:xfrm>
          <a:prstGeom prst="rect">
            <a:avLst/>
          </a:prstGeom>
        </p:spPr>
      </p:pic>
      <p:pic>
        <p:nvPicPr>
          <p:cNvPr id="8" name="shadow_scissors_231" descr="тень: ножницы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940" y="1115568"/>
            <a:ext cx="1463040" cy="1463040"/>
          </a:xfrm>
          <a:prstGeom prst="rect">
            <a:avLst/>
          </a:prstGeom>
        </p:spPr>
      </p:pic>
      <p:pic>
        <p:nvPicPr>
          <p:cNvPr id="9" name="shadow_pencil_232" descr="тень: карандаш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020" y="1115568"/>
            <a:ext cx="1463040" cy="1463040"/>
          </a:xfrm>
          <a:prstGeom prst="rect">
            <a:avLst/>
          </a:prstGeom>
        </p:spPr>
      </p:pic>
      <p:pic>
        <p:nvPicPr>
          <p:cNvPr id="10" name="shadow_palette_233" descr="тень: краски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1115568"/>
            <a:ext cx="1463040" cy="1463040"/>
          </a:xfrm>
          <a:prstGeom prst="rect">
            <a:avLst/>
          </a:prstGeom>
        </p:spPr>
      </p:pic>
      <p:pic>
        <p:nvPicPr>
          <p:cNvPr id="11" name="sparkle_234" descr="/tmp/claude-0/-home-user-clinik/eeebfdc0-2c06-53ed-a395-49ca23f2cd9f/scratchpad/deck/img/em_spark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8860" y="1024128"/>
            <a:ext cx="457200" cy="457200"/>
          </a:xfrm>
          <a:prstGeom prst="rect">
            <a:avLst/>
          </a:prstGeom>
        </p:spPr>
      </p:pic>
      <p:pic>
        <p:nvPicPr>
          <p:cNvPr id="12" name="sparkle_235" descr="/tmp/claude-0/-home-user-clinik/eeebfdc0-2c06-53ed-a395-49ca23f2cd9f/scratchpad/deck/img/em_spark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1940" y="1024128"/>
            <a:ext cx="457200" cy="457200"/>
          </a:xfrm>
          <a:prstGeom prst="rect">
            <a:avLst/>
          </a:prstGeom>
        </p:spPr>
      </p:pic>
      <p:pic>
        <p:nvPicPr>
          <p:cNvPr id="13" name="sparkle_236" descr="/tmp/claude-0/-home-user-clinik/eeebfdc0-2c06-53ed-a395-49ca23f2cd9f/scratchpad/deck/img/em_spark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75020" y="1024128"/>
            <a:ext cx="457200" cy="457200"/>
          </a:xfrm>
          <a:prstGeom prst="rect">
            <a:avLst/>
          </a:prstGeom>
        </p:spPr>
      </p:pic>
      <p:pic>
        <p:nvPicPr>
          <p:cNvPr id="14" name="sparkle_237" descr="/tmp/claude-0/-home-user-clinik/eeebfdc0-2c06-53ed-a395-49ca23f2cd9f/scratchpad/deck/img/em_spark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8100" y="1024128"/>
            <a:ext cx="457200" cy="457200"/>
          </a:xfrm>
          <a:prstGeom prst="rect">
            <a:avLst/>
          </a:prstGeom>
        </p:spPr>
      </p:pic>
      <p:pic>
        <p:nvPicPr>
          <p:cNvPr id="15" name="item_scissors_238" descr="ножницы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5860" y="3017520"/>
            <a:ext cx="1463040" cy="1463040"/>
          </a:xfrm>
          <a:prstGeom prst="rect">
            <a:avLst/>
          </a:prstGeom>
        </p:spPr>
      </p:pic>
      <p:pic>
        <p:nvPicPr>
          <p:cNvPr id="16" name="item_palette_239" descr="краски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48940" y="3017520"/>
            <a:ext cx="1463040" cy="1463040"/>
          </a:xfrm>
          <a:prstGeom prst="rect">
            <a:avLst/>
          </a:prstGeom>
        </p:spPr>
      </p:pic>
      <p:pic>
        <p:nvPicPr>
          <p:cNvPr id="17" name="item_backpack_240" descr="портфель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32020" y="3017520"/>
            <a:ext cx="1463040" cy="1463040"/>
          </a:xfrm>
          <a:prstGeom prst="rect">
            <a:avLst/>
          </a:prstGeom>
        </p:spPr>
      </p:pic>
      <p:pic>
        <p:nvPicPr>
          <p:cNvPr id="18" name="item_pencil_241" descr="карандаш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5100" y="3017520"/>
            <a:ext cx="1463040" cy="1463040"/>
          </a:xfrm>
          <a:prstGeom prst="rect">
            <a:avLst/>
          </a:prstGeom>
        </p:spPr>
      </p:pic>
      <p:pic>
        <p:nvPicPr>
          <p:cNvPr id="19" name="hand_242" descr="/tmp/claude-0/-home-user-clinik/eeebfdc0-2c06-53ed-a395-49ca23f2cd9f/scratchpad/deck/img/em_han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77340" y="3703320"/>
            <a:ext cx="640080" cy="640080"/>
          </a:xfrm>
          <a:prstGeom prst="rect">
            <a:avLst/>
          </a:prstGeom>
        </p:spPr>
      </p:pic>
      <p:pic>
        <p:nvPicPr>
          <p:cNvPr id="20" name="home_243" descr="/tmp/claude-0/-home-user-clinik/eeebfdc0-2c06-53ed-a395-49ca23f2cd9f/scratchpad/deck/img/btn_home.png">
            <a:hlinkClick r:id="rId16" tooltip="В начало" action="ppaction://hlinksldjump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4320" y="4526280"/>
            <a:ext cx="457200" cy="475488"/>
          </a:xfrm>
          <a:prstGeom prst="rect">
            <a:avLst/>
          </a:prstGeom>
        </p:spPr>
      </p:pic>
      <p:pic>
        <p:nvPicPr>
          <p:cNvPr id="21" name="next_244" descr="/tmp/claude-0/-home-user-clinik/eeebfdc0-2c06-53ed-a395-49ca23f2cd9f/scratchpad/deck/img/btn_next.png">
            <a:hlinkClick r:id="rId18" tooltip="Дальше" action="ppaction://hlinksldjump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12480" y="4526280"/>
            <a:ext cx="457200" cy="475488"/>
          </a:xfrm>
          <a:prstGeom prst="rect">
            <a:avLst/>
          </a:prstGeom>
        </p:spPr>
      </p:pic>
    </p:spTree>
  </p:cSld>
  <p:clrMapOvr>
    <a:masterClrMapping/>
  </p:clrMapOvr>
  <p:transition spd="slow" advClick="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fill="hold" accel="25000" decel="25000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195 -0.3698 E" pathEditMode="relative" rAng="0">
                                      <p:cBhvr>
                                        <p:cTn id="9" dur="1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fill="hold" accel="25000" decel="25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9 -0.4587 0.1365 -0.4587 0.195 -0.3698 E" pathEditMode="relative" rAng="0">
                                      <p:cBhvr>
                                        <p:cTn id="17" dur="9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" presetClass="emph" presetSubtype="0" fill="hold" autoRev="1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19" dur="180" fill="hold"/>
                                        <p:tgtEl>
                                          <p:spTgt spid="15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mph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animRot by="10800000">
                                      <p:cBhvr>
                                        <p:cTn id="2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0" presetClass="path" presetSubtype="0" fill="hold" accel="25000" decel="25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78 -0.4587 0.273 -0.4587 0.39 -0.3698 E" pathEditMode="relative" rAng="0">
                                      <p:cBhvr>
                                        <p:cTn id="31" dur="9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6" presetClass="emph" presetSubtype="0" fill="hold" autoRev="1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33" dur="180" fill="hold"/>
                                        <p:tgtEl>
                                          <p:spTgt spid="16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8" presetClass="emph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animRot by="10800000">
                                      <p:cBhvr>
                                        <p:cTn id="40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path" presetSubtype="0" fill="hold" accel="25000" decel="25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8 -0.4587 -0.273 -0.4587 -0.39 -0.3698 E" pathEditMode="relative" rAng="0">
                                      <p:cBhvr>
                                        <p:cTn id="45" dur="9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" presetClass="emph" presetSubtype="0" fill="hold" autoRev="1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47" dur="180" fill="hold"/>
                                        <p:tgtEl>
                                          <p:spTgt spid="17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8" presetClass="emph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animRot by="10800000">
                                      <p:cBhvr>
                                        <p:cTn id="5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0" presetClass="path" presetSubtype="0" fill="hold" accel="25000" decel="25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39 -0.4587 -0.1365 -0.4587 -0.195 -0.3698 E" pathEditMode="relative" rAng="0">
                                      <p:cBhvr>
                                        <p:cTn id="59" dur="9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6" presetClass="emph" presetSubtype="0" fill="hold" autoRev="1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61" dur="180" fill="hold"/>
                                        <p:tgtEl>
                                          <p:spTgt spid="18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8" presetClass="emph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animRot by="10800000">
                                      <p:cBhvr>
                                        <p:cTn id="6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45"/>
          <p:cNvSpPr/>
          <p:nvPr/>
        </p:nvSpPr>
        <p:spPr>
          <a:xfrm rot="-360000">
            <a:off x="411480" y="228600"/>
            <a:ext cx="603504" cy="603504"/>
          </a:xfrm>
          <a:prstGeom prst="roundRect">
            <a:avLst>
              <a:gd name="adj" fmla="val 24242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188720" y="1828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Чья тень?</a:t>
            </a:r>
            <a:endParaRPr lang="en-US" sz="3000" dirty="0"/>
          </a:p>
        </p:txBody>
      </p:sp>
      <p:pic>
        <p:nvPicPr>
          <p:cNvPr id="4" name="hint_246" descr="/tmp/claude-0/-home-user-clinik/eeebfdc0-2c06-53ed-a395-49ca23f2cd9f/scratchpad/deck/img/picto_g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9456"/>
            <a:ext cx="1508760" cy="640080"/>
          </a:xfrm>
          <a:prstGeom prst="rect">
            <a:avLst/>
          </a:prstGeom>
        </p:spPr>
      </p:pic>
      <p:sp>
        <p:nvSpPr>
          <p:cNvPr id="5" name="shelf_247"/>
          <p:cNvSpPr/>
          <p:nvPr/>
        </p:nvSpPr>
        <p:spPr>
          <a:xfrm>
            <a:off x="868680" y="1005840"/>
            <a:ext cx="7406640" cy="1847088"/>
          </a:xfrm>
          <a:prstGeom prst="roundRect">
            <a:avLst>
              <a:gd name="adj" fmla="val 14851"/>
            </a:avLst>
          </a:prstGeom>
          <a:solidFill>
            <a:schemeClr val="bg1">
              <a:alpha val="35000"/>
            </a:schemeClr>
          </a:solidFill>
          <a:ln/>
        </p:spPr>
      </p:sp>
      <p:sp>
        <p:nvSpPr>
          <p:cNvPr id="6" name="plank_248"/>
          <p:cNvSpPr/>
          <p:nvPr/>
        </p:nvSpPr>
        <p:spPr>
          <a:xfrm>
            <a:off x="960120" y="2651760"/>
            <a:ext cx="7223760" cy="128016"/>
          </a:xfrm>
          <a:prstGeom prst="roundRect">
            <a:avLst>
              <a:gd name="adj" fmla="val 50000"/>
            </a:avLst>
          </a:prstGeom>
          <a:solidFill>
            <a:srgbClr val="A86B33"/>
          </a:solidFill>
          <a:ln/>
        </p:spPr>
      </p:sp>
      <p:pic>
        <p:nvPicPr>
          <p:cNvPr id="7" name="shadow_abacus_249" descr="тень: счёты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" y="1115568"/>
            <a:ext cx="1463040" cy="1463040"/>
          </a:xfrm>
          <a:prstGeom prst="rect">
            <a:avLst/>
          </a:prstGeom>
        </p:spPr>
      </p:pic>
      <p:pic>
        <p:nvPicPr>
          <p:cNvPr id="8" name="shadow_brush_250" descr="тень: кисточ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940" y="1115568"/>
            <a:ext cx="1463040" cy="1463040"/>
          </a:xfrm>
          <a:prstGeom prst="rect">
            <a:avLst/>
          </a:prstGeom>
        </p:spPr>
      </p:pic>
      <p:pic>
        <p:nvPicPr>
          <p:cNvPr id="9" name="shadow_triangle_251" descr="тень: угольник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020" y="1115568"/>
            <a:ext cx="1463040" cy="1463040"/>
          </a:xfrm>
          <a:prstGeom prst="rect">
            <a:avLst/>
          </a:prstGeom>
        </p:spPr>
      </p:pic>
      <p:pic>
        <p:nvPicPr>
          <p:cNvPr id="10" name="shadow_bell_252" descr="тень: звонок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1115568"/>
            <a:ext cx="1463040" cy="1463040"/>
          </a:xfrm>
          <a:prstGeom prst="rect">
            <a:avLst/>
          </a:prstGeom>
        </p:spPr>
      </p:pic>
      <p:pic>
        <p:nvPicPr>
          <p:cNvPr id="11" name="sparkle_253" descr="/tmp/claude-0/-home-user-clinik/eeebfdc0-2c06-53ed-a395-49ca23f2cd9f/scratchpad/deck/img/em_spark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8860" y="1024128"/>
            <a:ext cx="457200" cy="457200"/>
          </a:xfrm>
          <a:prstGeom prst="rect">
            <a:avLst/>
          </a:prstGeom>
        </p:spPr>
      </p:pic>
      <p:pic>
        <p:nvPicPr>
          <p:cNvPr id="12" name="sparkle_254" descr="/tmp/claude-0/-home-user-clinik/eeebfdc0-2c06-53ed-a395-49ca23f2cd9f/scratchpad/deck/img/em_spark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1940" y="1024128"/>
            <a:ext cx="457200" cy="457200"/>
          </a:xfrm>
          <a:prstGeom prst="rect">
            <a:avLst/>
          </a:prstGeom>
        </p:spPr>
      </p:pic>
      <p:pic>
        <p:nvPicPr>
          <p:cNvPr id="13" name="sparkle_255" descr="/tmp/claude-0/-home-user-clinik/eeebfdc0-2c06-53ed-a395-49ca23f2cd9f/scratchpad/deck/img/em_spark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75020" y="1024128"/>
            <a:ext cx="457200" cy="457200"/>
          </a:xfrm>
          <a:prstGeom prst="rect">
            <a:avLst/>
          </a:prstGeom>
        </p:spPr>
      </p:pic>
      <p:pic>
        <p:nvPicPr>
          <p:cNvPr id="14" name="sparkle_256" descr="/tmp/claude-0/-home-user-clinik/eeebfdc0-2c06-53ed-a395-49ca23f2cd9f/scratchpad/deck/img/em_spark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8100" y="1024128"/>
            <a:ext cx="457200" cy="457200"/>
          </a:xfrm>
          <a:prstGeom prst="rect">
            <a:avLst/>
          </a:prstGeom>
        </p:spPr>
      </p:pic>
      <p:pic>
        <p:nvPicPr>
          <p:cNvPr id="15" name="item_bell_257" descr="звонок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5860" y="3017520"/>
            <a:ext cx="1463040" cy="1463040"/>
          </a:xfrm>
          <a:prstGeom prst="rect">
            <a:avLst/>
          </a:prstGeom>
        </p:spPr>
      </p:pic>
      <p:pic>
        <p:nvPicPr>
          <p:cNvPr id="16" name="item_abacus_258" descr="счёты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48940" y="3017520"/>
            <a:ext cx="1463040" cy="1463040"/>
          </a:xfrm>
          <a:prstGeom prst="rect">
            <a:avLst/>
          </a:prstGeom>
        </p:spPr>
      </p:pic>
      <p:pic>
        <p:nvPicPr>
          <p:cNvPr id="17" name="item_brush_259" descr="кисточка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32020" y="3017520"/>
            <a:ext cx="1463040" cy="1463040"/>
          </a:xfrm>
          <a:prstGeom prst="rect">
            <a:avLst/>
          </a:prstGeom>
        </p:spPr>
      </p:pic>
      <p:pic>
        <p:nvPicPr>
          <p:cNvPr id="18" name="item_triangle_260" descr="угольник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5100" y="3017520"/>
            <a:ext cx="1463040" cy="1463040"/>
          </a:xfrm>
          <a:prstGeom prst="rect">
            <a:avLst/>
          </a:prstGeom>
        </p:spPr>
      </p:pic>
      <p:pic>
        <p:nvPicPr>
          <p:cNvPr id="19" name="home_261" descr="/tmp/claude-0/-home-user-clinik/eeebfdc0-2c06-53ed-a395-49ca23f2cd9f/scratchpad/deck/img/btn_home.png">
            <a:hlinkClick r:id="rId15" tooltip="В начало" action="ppaction://hlinksldjump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4320" y="4526280"/>
            <a:ext cx="457200" cy="475488"/>
          </a:xfrm>
          <a:prstGeom prst="rect">
            <a:avLst/>
          </a:prstGeom>
        </p:spPr>
      </p:pic>
      <p:pic>
        <p:nvPicPr>
          <p:cNvPr id="20" name="reward_262" descr="/tmp/claude-0/-home-user-clinik/eeebfdc0-2c06-53ed-a395-49ca23f2cd9f/scratchpad/deck/img/btn_star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72400" y="4498848"/>
            <a:ext cx="512064" cy="530352"/>
          </a:xfrm>
          <a:prstGeom prst="rect">
            <a:avLst/>
          </a:prstGeom>
        </p:spPr>
      </p:pic>
      <p:pic>
        <p:nvPicPr>
          <p:cNvPr id="21" name="next_263" descr="/tmp/claude-0/-home-user-clinik/eeebfdc0-2c06-53ed-a395-49ca23f2cd9f/scratchpad/deck/img/btn_next.png">
            <a:hlinkClick r:id="rId18" tooltip="Дальше" action="ppaction://hlinksldjump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12480" y="4526280"/>
            <a:ext cx="457200" cy="475488"/>
          </a:xfrm>
          <a:prstGeom prst="rect">
            <a:avLst/>
          </a:prstGeom>
        </p:spPr>
      </p:pic>
      <p:sp>
        <p:nvSpPr>
          <p:cNvPr id="22" name="dim_26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55000"/>
            </a:schemeClr>
          </a:solidFill>
          <a:ln/>
        </p:spPr>
      </p:sp>
      <p:sp>
        <p:nvSpPr>
          <p:cNvPr id="23" name="wincard_265"/>
          <p:cNvSpPr/>
          <p:nvPr/>
        </p:nvSpPr>
        <p:spPr>
          <a:xfrm>
            <a:off x="2560320" y="1051560"/>
            <a:ext cx="4023360" cy="27432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63500" dir="5400000">
              <a:srgbClr val="000000">
                <a:alpha val="20000"/>
              </a:srgbClr>
            </a:outerShdw>
          </a:effectLst>
        </p:spPr>
      </p:sp>
      <p:sp>
        <p:nvSpPr>
          <p:cNvPr id="24" name="text_266"/>
          <p:cNvSpPr txBox="1"/>
          <p:nvPr/>
        </p:nvSpPr>
        <p:spPr>
          <a:xfrm>
            <a:off x="2560320" y="12344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Молодец!</a:t>
            </a:r>
            <a:endParaRPr lang="en-US" sz="4000" dirty="0"/>
          </a:p>
        </p:txBody>
      </p:sp>
      <p:pic>
        <p:nvPicPr>
          <p:cNvPr id="25" name="winstar_267" descr="/tmp/claude-0/-home-user-clinik/eeebfdc0-2c06-53ed-a395-49ca23f2cd9f/scratchpad/deck/img/em_star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17520" y="2148840"/>
            <a:ext cx="914400" cy="914400"/>
          </a:xfrm>
          <a:prstGeom prst="rect">
            <a:avLst/>
          </a:prstGeom>
        </p:spPr>
      </p:pic>
      <p:pic>
        <p:nvPicPr>
          <p:cNvPr id="26" name="winstar_268" descr="/tmp/claude-0/-home-user-clinik/eeebfdc0-2c06-53ed-a395-49ca23f2cd9f/scratchpad/deck/img/em_star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14800" y="2148840"/>
            <a:ext cx="914400" cy="914400"/>
          </a:xfrm>
          <a:prstGeom prst="rect">
            <a:avLst/>
          </a:prstGeom>
        </p:spPr>
      </p:pic>
      <p:pic>
        <p:nvPicPr>
          <p:cNvPr id="27" name="winstar_269" descr="/tmp/claude-0/-home-user-clinik/eeebfdc0-2c06-53ed-a395-49ca23f2cd9f/scratchpad/deck/img/em_star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212080" y="2148840"/>
            <a:ext cx="914400" cy="914400"/>
          </a:xfrm>
          <a:prstGeom prst="rect">
            <a:avLst/>
          </a:prstGeom>
        </p:spPr>
      </p:pic>
      <p:sp>
        <p:nvSpPr>
          <p:cNvPr id="28" name="confetti_270"/>
          <p:cNvSpPr/>
          <p:nvPr/>
        </p:nvSpPr>
        <p:spPr>
          <a:xfrm rot="5280000">
            <a:off x="7526159" y="-509818"/>
            <a:ext cx="108414" cy="17402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confetti_271"/>
          <p:cNvSpPr/>
          <p:nvPr/>
        </p:nvSpPr>
        <p:spPr>
          <a:xfrm rot="960000">
            <a:off x="5102660" y="-656848"/>
            <a:ext cx="132269" cy="161917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0" name="confetti_272"/>
          <p:cNvSpPr/>
          <p:nvPr/>
        </p:nvSpPr>
        <p:spPr>
          <a:xfrm rot="3000000">
            <a:off x="323550" y="-619951"/>
            <a:ext cx="117439" cy="154489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1" name="confetti_273"/>
          <p:cNvSpPr/>
          <p:nvPr/>
        </p:nvSpPr>
        <p:spPr>
          <a:xfrm rot="4980000">
            <a:off x="4932254" y="-662573"/>
            <a:ext cx="134120" cy="15852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2" name="confetti_274"/>
          <p:cNvSpPr/>
          <p:nvPr/>
        </p:nvSpPr>
        <p:spPr>
          <a:xfrm rot="1680000">
            <a:off x="949950" y="-512860"/>
            <a:ext cx="78840" cy="139869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3" name="confetti_275"/>
          <p:cNvSpPr/>
          <p:nvPr/>
        </p:nvSpPr>
        <p:spPr>
          <a:xfrm rot="3420000">
            <a:off x="718790" y="-568326"/>
            <a:ext cx="124443" cy="169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4" name="confetti_276"/>
          <p:cNvSpPr/>
          <p:nvPr/>
        </p:nvSpPr>
        <p:spPr>
          <a:xfrm rot="3000000">
            <a:off x="1855476" y="-654455"/>
            <a:ext cx="90864" cy="158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5" name="confetti_277"/>
          <p:cNvSpPr/>
          <p:nvPr/>
        </p:nvSpPr>
        <p:spPr>
          <a:xfrm rot="1200000">
            <a:off x="3593614" y="-413426"/>
            <a:ext cx="101088" cy="132297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6" name="confetti_278"/>
          <p:cNvSpPr/>
          <p:nvPr/>
        </p:nvSpPr>
        <p:spPr>
          <a:xfrm rot="3120000">
            <a:off x="6432886" y="-597933"/>
            <a:ext cx="78686" cy="117631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7" name="confetti_279"/>
          <p:cNvSpPr/>
          <p:nvPr/>
        </p:nvSpPr>
        <p:spPr>
          <a:xfrm rot="2760000">
            <a:off x="1991109" y="-453762"/>
            <a:ext cx="96617" cy="133637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8" name="confetti_280"/>
          <p:cNvSpPr/>
          <p:nvPr/>
        </p:nvSpPr>
        <p:spPr>
          <a:xfrm rot="3720000">
            <a:off x="6014465" y="-668869"/>
            <a:ext cx="81294" cy="17685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9" name="confetti_281"/>
          <p:cNvSpPr/>
          <p:nvPr/>
        </p:nvSpPr>
        <p:spPr>
          <a:xfrm rot="4380000">
            <a:off x="7005123" y="-597561"/>
            <a:ext cx="82682" cy="139376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40" name="confetti_282"/>
          <p:cNvSpPr/>
          <p:nvPr/>
        </p:nvSpPr>
        <p:spPr>
          <a:xfrm rot="4140000">
            <a:off x="6539722" y="-521583"/>
            <a:ext cx="134607" cy="158457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1" name="confetti_283"/>
          <p:cNvSpPr/>
          <p:nvPr/>
        </p:nvSpPr>
        <p:spPr>
          <a:xfrm rot="2700000">
            <a:off x="4444761" y="-454039"/>
            <a:ext cx="73287" cy="14737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2" name="confetti_284"/>
          <p:cNvSpPr/>
          <p:nvPr/>
        </p:nvSpPr>
        <p:spPr>
          <a:xfrm rot="4020000">
            <a:off x="7139821" y="-594965"/>
            <a:ext cx="122446" cy="15085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3" name="confetti_285"/>
          <p:cNvSpPr/>
          <p:nvPr/>
        </p:nvSpPr>
        <p:spPr>
          <a:xfrm rot="3120000">
            <a:off x="970592" y="-419748"/>
            <a:ext cx="97080" cy="111905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4" name="confetti_286"/>
          <p:cNvSpPr/>
          <p:nvPr/>
        </p:nvSpPr>
        <p:spPr>
          <a:xfrm rot="3960000">
            <a:off x="7812748" y="-670698"/>
            <a:ext cx="117406" cy="180525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45" name="confetti_287"/>
          <p:cNvSpPr/>
          <p:nvPr/>
        </p:nvSpPr>
        <p:spPr>
          <a:xfrm rot="2700000">
            <a:off x="4647761" y="-587470"/>
            <a:ext cx="103454" cy="148167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46" name="confetti_288"/>
          <p:cNvSpPr/>
          <p:nvPr/>
        </p:nvSpPr>
        <p:spPr>
          <a:xfrm rot="1140000">
            <a:off x="8612889" y="-413948"/>
            <a:ext cx="75756" cy="158593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7" name="confetti_289"/>
          <p:cNvSpPr/>
          <p:nvPr/>
        </p:nvSpPr>
        <p:spPr>
          <a:xfrm rot="2400000">
            <a:off x="588953" y="-650340"/>
            <a:ext cx="99471" cy="171829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8" name="confetti_290"/>
          <p:cNvSpPr/>
          <p:nvPr/>
        </p:nvSpPr>
        <p:spPr>
          <a:xfrm rot="120000">
            <a:off x="960707" y="-665610"/>
            <a:ext cx="91778" cy="158141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9" name="confetti_291"/>
          <p:cNvSpPr/>
          <p:nvPr/>
        </p:nvSpPr>
        <p:spPr>
          <a:xfrm rot="2820000">
            <a:off x="2443239" y="-507575"/>
            <a:ext cx="130395" cy="155321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50" name="confetti_292"/>
          <p:cNvSpPr/>
          <p:nvPr/>
        </p:nvSpPr>
        <p:spPr>
          <a:xfrm rot="660000">
            <a:off x="2556521" y="-559276"/>
            <a:ext cx="129277" cy="113481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51" name="confetti_293"/>
          <p:cNvSpPr/>
          <p:nvPr/>
        </p:nvSpPr>
        <p:spPr>
          <a:xfrm rot="240000">
            <a:off x="1243349" y="-476817"/>
            <a:ext cx="126951" cy="13557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2" name="confetti_294"/>
          <p:cNvSpPr/>
          <p:nvPr/>
        </p:nvSpPr>
        <p:spPr>
          <a:xfrm rot="1980000">
            <a:off x="7708676" y="-535009"/>
            <a:ext cx="77568" cy="15436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3" name="confetti_295"/>
          <p:cNvSpPr/>
          <p:nvPr/>
        </p:nvSpPr>
        <p:spPr>
          <a:xfrm rot="2700000">
            <a:off x="7441768" y="-442516"/>
            <a:ext cx="81679" cy="172607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4" name="confetti_296"/>
          <p:cNvSpPr/>
          <p:nvPr/>
        </p:nvSpPr>
        <p:spPr>
          <a:xfrm rot="4440000">
            <a:off x="3895044" y="-593155"/>
            <a:ext cx="78549" cy="11679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5" name="confetti_297"/>
          <p:cNvSpPr/>
          <p:nvPr/>
        </p:nvSpPr>
        <p:spPr>
          <a:xfrm rot="3780000">
            <a:off x="6454555" y="-587114"/>
            <a:ext cx="116887" cy="16471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56" name="confetti_298"/>
          <p:cNvSpPr/>
          <p:nvPr/>
        </p:nvSpPr>
        <p:spPr>
          <a:xfrm rot="1980000">
            <a:off x="1470876" y="-470962"/>
            <a:ext cx="86407" cy="13703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57" name="confetti_299"/>
          <p:cNvSpPr/>
          <p:nvPr/>
        </p:nvSpPr>
        <p:spPr>
          <a:xfrm rot="960000">
            <a:off x="276715" y="-521557"/>
            <a:ext cx="116129" cy="168926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58" name="confetti_300"/>
          <p:cNvSpPr/>
          <p:nvPr/>
        </p:nvSpPr>
        <p:spPr>
          <a:xfrm rot="5160000">
            <a:off x="572046" y="-469438"/>
            <a:ext cx="111292" cy="1558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9" name="confetti_301"/>
          <p:cNvSpPr/>
          <p:nvPr/>
        </p:nvSpPr>
        <p:spPr>
          <a:xfrm rot="5340000">
            <a:off x="2238938" y="-524084"/>
            <a:ext cx="133764" cy="121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0" name="confetti_302"/>
          <p:cNvSpPr/>
          <p:nvPr/>
        </p:nvSpPr>
        <p:spPr>
          <a:xfrm rot="1800000">
            <a:off x="5630424" y="-596052"/>
            <a:ext cx="96966" cy="17608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1" name="confetti_303"/>
          <p:cNvSpPr/>
          <p:nvPr/>
        </p:nvSpPr>
        <p:spPr>
          <a:xfrm rot="60000">
            <a:off x="3274104" y="-545792"/>
            <a:ext cx="76292" cy="144645"/>
          </a:xfrm>
          <a:prstGeom prst="rect">
            <a:avLst/>
          </a:prstGeom>
          <a:solidFill>
            <a:schemeClr val="accent4"/>
          </a:solidFill>
          <a:ln/>
        </p:spPr>
      </p:sp>
    </p:spTree>
  </p:cSld>
  <p:clrMapOvr>
    <a:masterClrMapping/>
  </p:clrMapOvr>
  <p:transition spd="slow" advClick="0">
    <p:push dir="l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accel="25000" decel="25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17 -0.4587 0.4095 -0.4587 0.585 -0.3698 E" pathEditMode="relative" rAng="0">
                                      <p:cBhvr>
                                        <p:cTn id="6" dur="9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autoRev="1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8" dur="180" fill="hold"/>
                                        <p:tgtEl>
                                          <p:spTgt spid="15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animRot by="10800000">
                                      <p:cBhvr>
                                        <p:cTn id="1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fill="hold" accel="25000" decel="25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39 -0.4587 -0.1365 -0.4587 -0.195 -0.3698 E" pathEditMode="relative" rAng="0">
                                      <p:cBhvr>
                                        <p:cTn id="20" dur="9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" presetClass="emph" presetSubtype="0" fill="hold" autoRev="1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22" dur="180" fill="hold"/>
                                        <p:tgtEl>
                                          <p:spTgt spid="16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mph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animRot by="10800000">
                                      <p:cBhvr>
                                        <p:cTn id="2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fill="hold" accel="25000" decel="25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39 -0.4587 -0.1365 -0.4587 -0.195 -0.3698 E" pathEditMode="relative" rAng="0">
                                      <p:cBhvr>
                                        <p:cTn id="34" dur="9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6" presetClass="emph" presetSubtype="0" fill="hold" autoRev="1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36" dur="180" fill="hold"/>
                                        <p:tgtEl>
                                          <p:spTgt spid="17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8" presetClass="emph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animRot by="10800000">
                                      <p:cBhvr>
                                        <p:cTn id="4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fill="hold" accel="25000" decel="25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39 -0.4587 -0.1365 -0.4587 -0.195 -0.3698 E" pathEditMode="relative" rAng="0">
                                      <p:cBhvr>
                                        <p:cTn id="48" dur="9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" presetClass="emph" presetSubtype="0" fill="hold" autoRev="1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50" dur="180" fill="hold"/>
                                        <p:tgtEl>
                                          <p:spTgt spid="18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8" presetClass="emph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animRot by="10800000">
                                      <p:cBhvr>
                                        <p:cTn id="57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8" presetClass="emph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8" presetClass="emp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21600000">
                                      <p:cBhvr>
                                        <p:cTn id="8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8" presetClass="emph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21600000">
                                      <p:cBhvr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" presetID="0" presetClass="path" presetSubtype="0" fill="hold" accel="25000" decel="25000" grpId="0" nodeType="withEffect">
                                  <p:stCondLst>
                                    <p:cond delay="1256"/>
                                  </p:stCondLst>
                                  <p:childTnLst>
                                    <p:animMotion origin="layout" path="M 0 0 C 0.0287 0.35 -0.0287 0.75 0.0431 1.2 E" pathEditMode="relative" rAng="0">
                                      <p:cBhvr>
                                        <p:cTn id="96" dur="2587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8" presetClass="emph" presetSubtype="0" fill="hold" grpId="0" nodeType="withEffect">
                                  <p:stCondLst>
                                    <p:cond delay="1256"/>
                                  </p:stCondLst>
                                  <p:childTnLst>
                                    <p:animRot by="-43200000">
                                      <p:cBhvr>
                                        <p:cTn id="98" dur="2587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9" presetID="0" presetClass="path" presetSubtype="0" fill="hold" accel="25000" decel="25000" grpId="0" nodeType="withEffect">
                                  <p:stCondLst>
                                    <p:cond delay="909"/>
                                  </p:stCondLst>
                                  <p:childTnLst>
                                    <p:animMotion origin="layout" path="M 0 0 C -0.0023 0.35 0.0023 0.75 -0.0034 1.2 E" pathEditMode="relative" rAng="0">
                                      <p:cBhvr>
                                        <p:cTn id="100" dur="3225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8" presetClass="emph" presetSubtype="0" fill="hold" grpId="0" nodeType="withEffect">
                                  <p:stCondLst>
                                    <p:cond delay="909"/>
                                  </p:stCondLst>
                                  <p:childTnLst>
                                    <p:animRot by="-43200000">
                                      <p:cBhvr>
                                        <p:cTn id="102" dur="3225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" presetID="0" presetClass="path" presetSubtype="0" fill="hold" accel="25000" decel="25000" grpId="0" nodeType="withEffect">
                                  <p:stCondLst>
                                    <p:cond delay="986"/>
                                  </p:stCondLst>
                                  <p:childTnLst>
                                    <p:animMotion origin="layout" path="M 0 0 C -0.056 0.35 0.056 0.75 -0.0839 1.2 E" pathEditMode="relative" rAng="0">
                                      <p:cBhvr>
                                        <p:cTn id="104" dur="3413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8" presetClass="emph" presetSubtype="0" fill="hold" grpId="0" nodeType="withEffect">
                                  <p:stCondLst>
                                    <p:cond delay="986"/>
                                  </p:stCondLst>
                                  <p:childTnLst>
                                    <p:animRot by="43200000">
                                      <p:cBhvr>
                                        <p:cTn id="106" dur="3413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7" presetID="0" presetClass="path" presetSubtype="0" fill="hold" accel="25000" decel="25000" grpId="0" nodeType="withEffect">
                                  <p:stCondLst>
                                    <p:cond delay="1128"/>
                                  </p:stCondLst>
                                  <p:childTnLst>
                                    <p:animMotion origin="layout" path="M 0 0 C -0.0533 0.35 0.0533 0.75 -0.08 1.2 E" pathEditMode="relative" rAng="0">
                                      <p:cBhvr>
                                        <p:cTn id="108" dur="2736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8" presetClass="emph" presetSubtype="0" fill="hold" grpId="0" nodeType="withEffect">
                                  <p:stCondLst>
                                    <p:cond delay="1128"/>
                                  </p:stCondLst>
                                  <p:childTnLst>
                                    <p:animRot by="-43200000">
                                      <p:cBhvr>
                                        <p:cTn id="110" dur="2736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" presetID="0" presetClass="path" presetSubtype="0" fill="hold" accel="25000" decel="25000" grpId="0" nodeType="withEffect">
                                  <p:stCondLst>
                                    <p:cond delay="609"/>
                                  </p:stCondLst>
                                  <p:childTnLst>
                                    <p:animMotion origin="layout" path="M 0 0 C -0.0133 0.35 0.0133 0.75 -0.0199 1.2 E" pathEditMode="relative" rAng="0">
                                      <p:cBhvr>
                                        <p:cTn id="112" dur="2776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8" presetClass="emph" presetSubtype="0" fill="hold" grpId="0" nodeType="withEffect">
                                  <p:stCondLst>
                                    <p:cond delay="609"/>
                                  </p:stCondLst>
                                  <p:childTnLst>
                                    <p:animRot by="43200000">
                                      <p:cBhvr>
                                        <p:cTn id="114" dur="2776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5" presetID="0" presetClass="path" presetSubtype="0" fill="hold" accel="25000" decel="25000" grpId="0" nodeType="withEffect">
                                  <p:stCondLst>
                                    <p:cond delay="682"/>
                                  </p:stCondLst>
                                  <p:childTnLst>
                                    <p:animMotion origin="layout" path="M 0 0 C -0.0437 0.35 0.0437 0.75 -0.0656 1.2 E" pathEditMode="relative" rAng="0">
                                      <p:cBhvr>
                                        <p:cTn id="116" dur="2785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8" presetClass="emph" presetSubtype="0" fill="hold" grpId="0" nodeType="withEffect">
                                  <p:stCondLst>
                                    <p:cond delay="682"/>
                                  </p:stCondLst>
                                  <p:childTnLst>
                                    <p:animRot by="43200000">
                                      <p:cBhvr>
                                        <p:cTn id="118" dur="2785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" presetID="0" presetClass="path" presetSubtype="0" fill="hold" accel="25000" decel="25000" grpId="0" nodeType="withEffect">
                                  <p:stCondLst>
                                    <p:cond delay="895"/>
                                  </p:stCondLst>
                                  <p:childTnLst>
                                    <p:animMotion origin="layout" path="M 0 0 C -0.041 0.35 0.041 0.75 -0.0615 1.2 E" pathEditMode="relative" rAng="0">
                                      <p:cBhvr>
                                        <p:cTn id="120" dur="314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8" presetClass="emph" presetSubtype="0" fill="hold" grpId="0" nodeType="withEffect">
                                  <p:stCondLst>
                                    <p:cond delay="895"/>
                                  </p:stCondLst>
                                  <p:childTnLst>
                                    <p:animRot by="43200000">
                                      <p:cBhvr>
                                        <p:cTn id="122" dur="314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3" presetID="0" presetClass="path" presetSubtype="0" fill="hold" accel="25000" decel="25000" grpId="0" nodeType="withEffect">
                                  <p:stCondLst>
                                    <p:cond delay="1059"/>
                                  </p:stCondLst>
                                  <p:childTnLst>
                                    <p:animMotion origin="layout" path="M 0 0 C 0.0147 0.35 -0.0147 0.75 0.0221 1.2 E" pathEditMode="relative" rAng="0">
                                      <p:cBhvr>
                                        <p:cTn id="124" dur="2338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8" presetClass="emph" presetSubtype="0" fill="hold" grpId="0" nodeType="withEffect">
                                  <p:stCondLst>
                                    <p:cond delay="1059"/>
                                  </p:stCondLst>
                                  <p:childTnLst>
                                    <p:animRot by="-43200000">
                                      <p:cBhvr>
                                        <p:cTn id="126" dur="2338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7" presetID="0" presetClass="path" presetSubtype="0" fill="hold" accel="25000" decel="25000" grpId="0" nodeType="withEffect">
                                  <p:stCondLst>
                                    <p:cond delay="641"/>
                                  </p:stCondLst>
                                  <p:childTnLst>
                                    <p:animMotion origin="layout" path="M 0 0 C 0.0528 0.35 -0.0528 0.75 0.0792 1.2 E" pathEditMode="relative" rAng="0">
                                      <p:cBhvr>
                                        <p:cTn id="128" dur="2593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8" presetClass="emph" presetSubtype="0" fill="hold" grpId="0" nodeType="withEffect">
                                  <p:stCondLst>
                                    <p:cond delay="641"/>
                                  </p:stCondLst>
                                  <p:childTnLst>
                                    <p:animRot by="43200000">
                                      <p:cBhvr>
                                        <p:cTn id="130" dur="2593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1" presetID="0" presetClass="path" presetSubtype="0" fill="hold" accel="25000" decel="25000" grpId="0" nodeType="withEffect">
                                  <p:stCondLst>
                                    <p:cond delay="707"/>
                                  </p:stCondLst>
                                  <p:childTnLst>
                                    <p:animMotion origin="layout" path="M 0 0 C 0.0565 0.35 -0.0565 0.75 0.0847 1.2 E" pathEditMode="relative" rAng="0">
                                      <p:cBhvr>
                                        <p:cTn id="132" dur="2919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8" presetClass="emph" presetSubtype="0" fill="hold" grpId="0" nodeType="withEffect">
                                  <p:stCondLst>
                                    <p:cond delay="707"/>
                                  </p:stCondLst>
                                  <p:childTnLst>
                                    <p:animRot by="-43200000">
                                      <p:cBhvr>
                                        <p:cTn id="134" dur="2919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5" presetID="0" presetClass="path" presetSubtype="0" fill="hold" accel="25000" decel="25000" grpId="0" nodeType="withEffect">
                                  <p:stCondLst>
                                    <p:cond delay="870"/>
                                  </p:stCondLst>
                                  <p:childTnLst>
                                    <p:animMotion origin="layout" path="M 0 0 C -0.0423 0.35 0.0423 0.75 -0.0635 1.2 E" pathEditMode="relative" rAng="0">
                                      <p:cBhvr>
                                        <p:cTn id="136" dur="2836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8" presetClass="emph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animRot by="43200000">
                                      <p:cBhvr>
                                        <p:cTn id="138" dur="2836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9" presetID="0" presetClass="path" presetSubtype="0" fill="hold" accel="25000" decel="25000" grpId="0" nodeType="withEffect">
                                  <p:stCondLst>
                                    <p:cond delay="976"/>
                                  </p:stCondLst>
                                  <p:childTnLst>
                                    <p:animMotion origin="layout" path="M 0 0 C 0.0423 0.35 -0.0423 0.75 0.0634 1.2 E" pathEditMode="relative" rAng="0">
                                      <p:cBhvr>
                                        <p:cTn id="140" dur="2304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8" presetClass="emph" presetSubtype="0" fill="hold" grpId="0" nodeType="withEffect">
                                  <p:stCondLst>
                                    <p:cond delay="976"/>
                                  </p:stCondLst>
                                  <p:childTnLst>
                                    <p:animRot by="43200000">
                                      <p:cBhvr>
                                        <p:cTn id="142" dur="2304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3" presetID="0" presetClass="path" presetSubtype="0" fill="hold" accel="25000" decel="25000" grpId="0" nodeType="withEffect">
                                  <p:stCondLst>
                                    <p:cond delay="976"/>
                                  </p:stCondLst>
                                  <p:childTnLst>
                                    <p:animMotion origin="layout" path="M 0 0 C -0.0167 0.35 0.0167 0.75 -0.025 1.2 E" pathEditMode="relative" rAng="0">
                                      <p:cBhvr>
                                        <p:cTn id="144" dur="2317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8" presetClass="emph" presetSubtype="0" fill="hold" grpId="0" nodeType="withEffect">
                                  <p:stCondLst>
                                    <p:cond delay="976"/>
                                  </p:stCondLst>
                                  <p:childTnLst>
                                    <p:animRot by="-43200000">
                                      <p:cBhvr>
                                        <p:cTn id="146" dur="2317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7" presetID="0" presetClass="path" presetSubtype="0" fill="hold" accel="25000" decel="25000" grpId="0" nodeType="withEffect">
                                  <p:stCondLst>
                                    <p:cond delay="971"/>
                                  </p:stCondLst>
                                  <p:childTnLst>
                                    <p:animMotion origin="layout" path="M 0 0 C -0.0378 0.35 0.0378 0.75 -0.0566 1.2 E" pathEditMode="relative" rAng="0">
                                      <p:cBhvr>
                                        <p:cTn id="148" dur="242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8" presetClass="emph" presetSubtype="0" fill="hold" grpId="0" nodeType="withEffect">
                                  <p:stCondLst>
                                    <p:cond delay="971"/>
                                  </p:stCondLst>
                                  <p:childTnLst>
                                    <p:animRot by="43200000">
                                      <p:cBhvr>
                                        <p:cTn id="150" dur="242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1" presetID="0" presetClass="path" presetSubtype="0" fill="hold" accel="25000" decel="25000" grpId="0" nodeType="withEffect">
                                  <p:stCondLst>
                                    <p:cond delay="871"/>
                                  </p:stCondLst>
                                  <p:childTnLst>
                                    <p:animMotion origin="layout" path="M 0 0 C 0.0401 0.35 -0.0401 0.75 0.0602 1.2 E" pathEditMode="relative" rAng="0">
                                      <p:cBhvr>
                                        <p:cTn id="152" dur="3388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8" presetClass="emph" presetSubtype="0" fill="hold" grpId="0" nodeType="withEffect">
                                  <p:stCondLst>
                                    <p:cond delay="871"/>
                                  </p:stCondLst>
                                  <p:childTnLst>
                                    <p:animRot by="43200000">
                                      <p:cBhvr>
                                        <p:cTn id="154" dur="3388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5" presetID="0" presetClass="path" presetSubtype="0" fill="hold" accel="25000" decel="25000" grpId="0" nodeType="withEffect">
                                  <p:stCondLst>
                                    <p:cond delay="741"/>
                                  </p:stCondLst>
                                  <p:childTnLst>
                                    <p:animMotion origin="layout" path="M 0 0 C 0.0211 0.35 -0.0211 0.75 0.0317 1.2 E" pathEditMode="relative" rAng="0">
                                      <p:cBhvr>
                                        <p:cTn id="156" dur="2308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8" presetClass="emph" presetSubtype="0" fill="hold" grpId="0" nodeType="withEffect">
                                  <p:stCondLst>
                                    <p:cond delay="741"/>
                                  </p:stCondLst>
                                  <p:childTnLst>
                                    <p:animRot by="43200000">
                                      <p:cBhvr>
                                        <p:cTn id="158" dur="2308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9" presetID="0" presetClass="path" presetSubtype="0" fill="hold" accel="25000" decel="25000" grpId="0" nodeType="withEffect">
                                  <p:stCondLst>
                                    <p:cond delay="1034"/>
                                  </p:stCondLst>
                                  <p:childTnLst>
                                    <p:animMotion origin="layout" path="M 0 0 C 0.0064 0.35 -0.0064 0.75 0.0097 1.2 E" pathEditMode="relative" rAng="0">
                                      <p:cBhvr>
                                        <p:cTn id="160" dur="238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8" presetClass="emph" presetSubtype="0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animRot by="43200000">
                                      <p:cBhvr>
                                        <p:cTn id="162" dur="238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3" presetID="0" presetClass="path" presetSubtype="0" fill="hold" accel="25000" decel="25000" grpId="0" nodeType="withEffect">
                                  <p:stCondLst>
                                    <p:cond delay="838"/>
                                  </p:stCondLst>
                                  <p:childTnLst>
                                    <p:animMotion origin="layout" path="M 0 0 C 0.0272 0.35 -0.0272 0.75 0.0408 1.2 E" pathEditMode="relative" rAng="0">
                                      <p:cBhvr>
                                        <p:cTn id="164" dur="3326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8" presetClass="emph" presetSubtype="0" fill="hold" grpId="0" nodeType="withEffect">
                                  <p:stCondLst>
                                    <p:cond delay="838"/>
                                  </p:stCondLst>
                                  <p:childTnLst>
                                    <p:animRot by="43200000">
                                      <p:cBhvr>
                                        <p:cTn id="166" dur="3326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7" presetID="0" presetClass="path" presetSubtype="0" fill="hold" accel="25000" decel="25000" grpId="0" nodeType="withEffect">
                                  <p:stCondLst>
                                    <p:cond delay="912"/>
                                  </p:stCondLst>
                                  <p:childTnLst>
                                    <p:animMotion origin="layout" path="M 0 0 C -0.0553 0.35 0.0553 0.75 -0.083 1.2 E" pathEditMode="relative" rAng="0">
                                      <p:cBhvr>
                                        <p:cTn id="168" dur="3108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8" presetClass="emph" presetSubtype="0" fill="hold" grpId="0" nodeType="withEffect">
                                  <p:stCondLst>
                                    <p:cond delay="912"/>
                                  </p:stCondLst>
                                  <p:childTnLst>
                                    <p:animRot by="-43200000">
                                      <p:cBhvr>
                                        <p:cTn id="170" dur="3108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1" presetID="0" presetClass="path" presetSubtype="0" fill="hold" accel="25000" decel="25000" grpId="0" nodeType="withEffect">
                                  <p:stCondLst>
                                    <p:cond delay="744"/>
                                  </p:stCondLst>
                                  <p:childTnLst>
                                    <p:animMotion origin="layout" path="M 0 0 C -0.0191 0.35 0.0191 0.75 -0.0286 1.2 E" pathEditMode="relative" rAng="0">
                                      <p:cBhvr>
                                        <p:cTn id="172" dur="3065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3" presetID="8" presetClass="emph" presetSubtype="0" fill="hold" grpId="0" nodeType="withEffect">
                                  <p:stCondLst>
                                    <p:cond delay="744"/>
                                  </p:stCondLst>
                                  <p:childTnLst>
                                    <p:animRot by="43200000">
                                      <p:cBhvr>
                                        <p:cTn id="174" dur="3065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5" presetID="0" presetClass="path" presetSubtype="0" fill="hold" accel="25000" decel="25000" grpId="0" nodeType="withEffect">
                                  <p:stCondLst>
                                    <p:cond delay="771"/>
                                  </p:stCondLst>
                                  <p:childTnLst>
                                    <p:animMotion origin="layout" path="M 0 0 C 0.0491 0.35 -0.0491 0.75 0.0736 1.2 E" pathEditMode="relative" rAng="0">
                                      <p:cBhvr>
                                        <p:cTn id="176" dur="3023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7" presetID="8" presetClass="emph" presetSubtype="0" fill="hold" grpId="0" nodeType="withEffect">
                                  <p:stCondLst>
                                    <p:cond delay="771"/>
                                  </p:stCondLst>
                                  <p:childTnLst>
                                    <p:animRot by="43200000">
                                      <p:cBhvr>
                                        <p:cTn id="178" dur="3023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9" presetID="0" presetClass="path" presetSubtype="0" fill="hold" accel="25000" decel="25000" grpId="0" nodeType="withEffect">
                                  <p:stCondLst>
                                    <p:cond delay="1274"/>
                                  </p:stCondLst>
                                  <p:childTnLst>
                                    <p:animMotion origin="layout" path="M 0 0 C -0.0099 0.35 0.0099 0.75 -0.0149 1.2 E" pathEditMode="relative" rAng="0">
                                      <p:cBhvr>
                                        <p:cTn id="180" dur="3285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1" presetID="8" presetClass="emph" presetSubtype="0" fill="hold" grpId="0" nodeType="withEffect">
                                  <p:stCondLst>
                                    <p:cond delay="1274"/>
                                  </p:stCondLst>
                                  <p:childTnLst>
                                    <p:animRot by="-43200000">
                                      <p:cBhvr>
                                        <p:cTn id="182" dur="3285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3" presetID="0" presetClass="path" presetSubtype="0" fill="hold" accel="25000" decel="25000" grpId="0" nodeType="withEffect">
                                  <p:stCondLst>
                                    <p:cond delay="769"/>
                                  </p:stCondLst>
                                  <p:childTnLst>
                                    <p:animMotion origin="layout" path="M 0 0 C 0.01 0.35 -0.01 0.75 0.015 1.2 E" pathEditMode="relative" rAng="0">
                                      <p:cBhvr>
                                        <p:cTn id="184" dur="2774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8" presetClass="emph" presetSubtype="0" fill="hold" grpId="0" nodeType="withEffect">
                                  <p:stCondLst>
                                    <p:cond delay="769"/>
                                  </p:stCondLst>
                                  <p:childTnLst>
                                    <p:animRot by="-43200000">
                                      <p:cBhvr>
                                        <p:cTn id="186" dur="2774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7" presetID="0" presetClass="path" presetSubtype="0" fill="hold" accel="25000" decel="25000" grpId="0" nodeType="withEffect">
                                  <p:stCondLst>
                                    <p:cond delay="1112"/>
                                  </p:stCondLst>
                                  <p:childTnLst>
                                    <p:animMotion origin="layout" path="M 0 0 C 0.0501 0.35 -0.0501 0.75 0.0751 1.2 E" pathEditMode="relative" rAng="0">
                                      <p:cBhvr>
                                        <p:cTn id="188" dur="3089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9" presetID="8" presetClass="emph" presetSubtype="0" fill="hold" grpId="0" nodeType="withEffect">
                                  <p:stCondLst>
                                    <p:cond delay="1112"/>
                                  </p:stCondLst>
                                  <p:childTnLst>
                                    <p:animRot by="-43200000">
                                      <p:cBhvr>
                                        <p:cTn id="190" dur="3089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1" presetID="0" presetClass="path" presetSubtype="0" fill="hold" accel="25000" decel="25000" grpId="0" nodeType="withEffect">
                                  <p:stCondLst>
                                    <p:cond delay="1063"/>
                                  </p:stCondLst>
                                  <p:childTnLst>
                                    <p:animMotion origin="layout" path="M 0 0 C 0.0329 0.35 -0.0329 0.75 0.0493 1.2 E" pathEditMode="relative" rAng="0">
                                      <p:cBhvr>
                                        <p:cTn id="192" dur="3442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8" presetClass="emph" presetSubtype="0" fill="hold" grpId="0" nodeType="withEffect">
                                  <p:stCondLst>
                                    <p:cond delay="1063"/>
                                  </p:stCondLst>
                                  <p:childTnLst>
                                    <p:animRot by="43200000">
                                      <p:cBhvr>
                                        <p:cTn id="194" dur="3442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5" presetID="0" presetClass="path" presetSubtype="0" fill="hold" accel="25000" decel="25000" grpId="0" nodeType="withEffect">
                                  <p:stCondLst>
                                    <p:cond delay="1121"/>
                                  </p:stCondLst>
                                  <p:childTnLst>
                                    <p:animMotion origin="layout" path="M 0 0 C -0.0064 0.35 0.0064 0.75 -0.0096 1.2 E" pathEditMode="relative" rAng="0">
                                      <p:cBhvr>
                                        <p:cTn id="196" dur="3079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7" presetID="8" presetClass="emph" presetSubtype="0" fill="hold" grpId="0" nodeType="withEffect">
                                  <p:stCondLst>
                                    <p:cond delay="1121"/>
                                  </p:stCondLst>
                                  <p:childTnLst>
                                    <p:animRot by="43200000">
                                      <p:cBhvr>
                                        <p:cTn id="198" dur="3079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9" presetID="0" presetClass="path" presetSubtype="0" fill="hold" accel="25000" decel="25000" grpId="0" nodeType="withEffect">
                                  <p:stCondLst>
                                    <p:cond delay="1198"/>
                                  </p:stCondLst>
                                  <p:childTnLst>
                                    <p:animMotion origin="layout" path="M 0 0 C 0.0494 0.35 -0.0494 0.75 0.0742 1.2 E" pathEditMode="relative" rAng="0">
                                      <p:cBhvr>
                                        <p:cTn id="200" dur="3185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1" presetID="8" presetClass="emph" presetSubtype="0" fill="hold" grpId="0" nodeType="withEffect">
                                  <p:stCondLst>
                                    <p:cond delay="1198"/>
                                  </p:stCondLst>
                                  <p:childTnLst>
                                    <p:animRot by="43200000">
                                      <p:cBhvr>
                                        <p:cTn id="202" dur="3185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3" presetID="0" presetClass="path" presetSubtype="0" fill="hold" accel="25000" decel="25000" grpId="0" nodeType="withEffect">
                                  <p:stCondLst>
                                    <p:cond delay="724"/>
                                  </p:stCondLst>
                                  <p:childTnLst>
                                    <p:animMotion origin="layout" path="M 0 0 C 0.0108 0.35 -0.0108 0.75 0.0162 1.2 E" pathEditMode="relative" rAng="0">
                                      <p:cBhvr>
                                        <p:cTn id="204" dur="3359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8" presetClass="emph" presetSubtype="0" fill="hold" grpId="0" nodeType="withEffect">
                                  <p:stCondLst>
                                    <p:cond delay="724"/>
                                  </p:stCondLst>
                                  <p:childTnLst>
                                    <p:animRot by="-43200000">
                                      <p:cBhvr>
                                        <p:cTn id="206" dur="3359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7" presetID="0" presetClass="path" presetSubtype="0" fill="hold" accel="25000" decel="25000" grpId="0" nodeType="withEffect">
                                  <p:stCondLst>
                                    <p:cond delay="1091"/>
                                  </p:stCondLst>
                                  <p:childTnLst>
                                    <p:animMotion origin="layout" path="M 0 0 C 0.0445 0.35 -0.0445 0.75 0.0667 1.2 E" pathEditMode="relative" rAng="0">
                                      <p:cBhvr>
                                        <p:cTn id="208" dur="3189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9" presetID="8" presetClass="emph" presetSubtype="0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animRot by="43200000">
                                      <p:cBhvr>
                                        <p:cTn id="210" dur="3189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1" presetID="0" presetClass="path" presetSubtype="0" fill="hold" accel="25000" decel="25000" grpId="0" nodeType="withEffect">
                                  <p:stCondLst>
                                    <p:cond delay="758"/>
                                  </p:stCondLst>
                                  <p:childTnLst>
                                    <p:animMotion origin="layout" path="M 0 0 C -0.0575 0.35 0.0575 0.75 -0.0863 1.2 E" pathEditMode="relative" rAng="0">
                                      <p:cBhvr>
                                        <p:cTn id="212" dur="2852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3" presetID="8" presetClass="emph" presetSubtype="0" fill="hold" grpId="0" nodeType="withEffect">
                                  <p:stCondLst>
                                    <p:cond delay="758"/>
                                  </p:stCondLst>
                                  <p:childTnLst>
                                    <p:animRot by="-43200000">
                                      <p:cBhvr>
                                        <p:cTn id="214" dur="2852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5" presetID="0" presetClass="path" presetSubtype="0" fill="hold" accel="25000" decel="25000" grpId="0" nodeType="withEffect">
                                  <p:stCondLst>
                                    <p:cond delay="764"/>
                                  </p:stCondLst>
                                  <p:childTnLst>
                                    <p:animMotion origin="layout" path="M 0 0 C -0.0482 0.35 0.0482 0.75 -0.0723 1.2 E" pathEditMode="relative" rAng="0">
                                      <p:cBhvr>
                                        <p:cTn id="216" dur="307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7" presetID="8" presetClass="emph" presetSubtype="0" fill="hold" grpId="0" nodeType="withEffect">
                                  <p:stCondLst>
                                    <p:cond delay="764"/>
                                  </p:stCondLst>
                                  <p:childTnLst>
                                    <p:animRot by="43200000">
                                      <p:cBhvr>
                                        <p:cTn id="218" dur="307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9" presetID="0" presetClass="path" presetSubtype="0" fill="hold" accel="25000" decel="25000" grpId="0" nodeType="withEffect">
                                  <p:stCondLst>
                                    <p:cond delay="629"/>
                                  </p:stCondLst>
                                  <p:childTnLst>
                                    <p:animMotion origin="layout" path="M 0 0 C -0.0276 0.35 0.0276 0.75 -0.0414 1.2 E" pathEditMode="relative" rAng="0">
                                      <p:cBhvr>
                                        <p:cTn id="220" dur="3284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" presetID="8" presetClass="emph" presetSubtype="0" fill="hold" grpId="0" nodeType="withEffect">
                                  <p:stCondLst>
                                    <p:cond delay="629"/>
                                  </p:stCondLst>
                                  <p:childTnLst>
                                    <p:animRot by="43200000">
                                      <p:cBhvr>
                                        <p:cTn id="222" dur="3284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3" presetID="0" presetClass="path" presetSubtype="0" fill="hold" accel="25000" decel="25000" grpId="0" nodeType="withEffect">
                                  <p:stCondLst>
                                    <p:cond delay="1111"/>
                                  </p:stCondLst>
                                  <p:childTnLst>
                                    <p:animMotion origin="layout" path="M 0 0 C 0.0468 0.35 -0.0468 0.75 0.0701 1.2 E" pathEditMode="relative" rAng="0">
                                      <p:cBhvr>
                                        <p:cTn id="224" dur="2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8" presetClass="emph" presetSubtype="0" fill="hold" grpId="0" nodeType="withEffect">
                                  <p:stCondLst>
                                    <p:cond delay="1111"/>
                                  </p:stCondLst>
                                  <p:childTnLst>
                                    <p:animRot by="-43200000">
                                      <p:cBhvr>
                                        <p:cTn id="226" dur="2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7" presetID="0" presetClass="path" presetSubtype="0" fill="hold" accel="25000" decel="25000" grpId="0" nodeType="withEffect">
                                  <p:stCondLst>
                                    <p:cond delay="1232"/>
                                  </p:stCondLst>
                                  <p:childTnLst>
                                    <p:animMotion origin="layout" path="M 0 0 C 0.0552 0.35 -0.0552 0.75 0.0827 1.2 E" pathEditMode="relative" rAng="0">
                                      <p:cBhvr>
                                        <p:cTn id="228" dur="3227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9" presetID="8" presetClass="emph" presetSubtype="0" fill="hold" grpId="0" nodeType="withEffect">
                                  <p:stCondLst>
                                    <p:cond delay="1232"/>
                                  </p:stCondLst>
                                  <p:childTnLst>
                                    <p:animRot by="-43200000">
                                      <p:cBhvr>
                                        <p:cTn id="230" dur="3227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fetti_304"/>
          <p:cNvSpPr/>
          <p:nvPr/>
        </p:nvSpPr>
        <p:spPr>
          <a:xfrm rot="1740000">
            <a:off x="4827429" y="-638831"/>
            <a:ext cx="110994" cy="11099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confetti_305"/>
          <p:cNvSpPr/>
          <p:nvPr/>
        </p:nvSpPr>
        <p:spPr>
          <a:xfrm rot="2880000">
            <a:off x="6235647" y="-438403"/>
            <a:ext cx="125490" cy="12549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confetti_306"/>
          <p:cNvSpPr/>
          <p:nvPr/>
        </p:nvSpPr>
        <p:spPr>
          <a:xfrm rot="3600000">
            <a:off x="4753947" y="-420925"/>
            <a:ext cx="93369" cy="93369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confetti_307"/>
          <p:cNvSpPr/>
          <p:nvPr/>
        </p:nvSpPr>
        <p:spPr>
          <a:xfrm rot="1140000">
            <a:off x="5086495" y="-640086"/>
            <a:ext cx="84915" cy="84915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6" name="confetti_308"/>
          <p:cNvSpPr/>
          <p:nvPr/>
        </p:nvSpPr>
        <p:spPr>
          <a:xfrm rot="4620000">
            <a:off x="4899408" y="-679089"/>
            <a:ext cx="126917" cy="126917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7" name="confetti_309"/>
          <p:cNvSpPr/>
          <p:nvPr/>
        </p:nvSpPr>
        <p:spPr>
          <a:xfrm rot="2220000">
            <a:off x="7549810" y="-679147"/>
            <a:ext cx="89231" cy="89231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8" name="confetti_310"/>
          <p:cNvSpPr/>
          <p:nvPr/>
        </p:nvSpPr>
        <p:spPr>
          <a:xfrm rot="4320000">
            <a:off x="7621771" y="-562208"/>
            <a:ext cx="120665" cy="120665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confetti_311"/>
          <p:cNvSpPr/>
          <p:nvPr/>
        </p:nvSpPr>
        <p:spPr>
          <a:xfrm rot="2640000">
            <a:off x="3237469" y="-419975"/>
            <a:ext cx="105136" cy="10513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confetti_312"/>
          <p:cNvSpPr/>
          <p:nvPr/>
        </p:nvSpPr>
        <p:spPr>
          <a:xfrm rot="1440000">
            <a:off x="1360767" y="-631404"/>
            <a:ext cx="129936" cy="12993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confetti_313"/>
          <p:cNvSpPr/>
          <p:nvPr/>
        </p:nvSpPr>
        <p:spPr>
          <a:xfrm rot="4080000">
            <a:off x="1333022" y="-548171"/>
            <a:ext cx="93573" cy="93573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2" name="confetti_314"/>
          <p:cNvSpPr/>
          <p:nvPr/>
        </p:nvSpPr>
        <p:spPr>
          <a:xfrm rot="3060000">
            <a:off x="5329786" y="-538881"/>
            <a:ext cx="99010" cy="9901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3" name="confetti_315"/>
          <p:cNvSpPr/>
          <p:nvPr/>
        </p:nvSpPr>
        <p:spPr>
          <a:xfrm rot="2400000">
            <a:off x="4518967" y="-539368"/>
            <a:ext cx="119316" cy="11931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4" name="confetti_316"/>
          <p:cNvSpPr/>
          <p:nvPr/>
        </p:nvSpPr>
        <p:spPr>
          <a:xfrm rot="5280000">
            <a:off x="3972877" y="-489498"/>
            <a:ext cx="79731" cy="79731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confetti_317"/>
          <p:cNvSpPr/>
          <p:nvPr/>
        </p:nvSpPr>
        <p:spPr>
          <a:xfrm rot="1380000">
            <a:off x="7358415" y="-526618"/>
            <a:ext cx="132875" cy="132875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6" name="confetti_318"/>
          <p:cNvSpPr/>
          <p:nvPr/>
        </p:nvSpPr>
        <p:spPr>
          <a:xfrm rot="360000">
            <a:off x="6972198" y="-680219"/>
            <a:ext cx="97643" cy="97643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7" name="confetti_319"/>
          <p:cNvSpPr/>
          <p:nvPr/>
        </p:nvSpPr>
        <p:spPr>
          <a:xfrm rot="3180000">
            <a:off x="7145959" y="-578314"/>
            <a:ext cx="100153" cy="100153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8" name="confetti_320"/>
          <p:cNvSpPr/>
          <p:nvPr/>
        </p:nvSpPr>
        <p:spPr>
          <a:xfrm rot="4080000">
            <a:off x="6109169" y="-472617"/>
            <a:ext cx="131050" cy="13105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9" name="confetti_321"/>
          <p:cNvSpPr/>
          <p:nvPr/>
        </p:nvSpPr>
        <p:spPr>
          <a:xfrm rot="3180000">
            <a:off x="432249" y="-564490"/>
            <a:ext cx="115879" cy="115879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0" name="confetti_322"/>
          <p:cNvSpPr/>
          <p:nvPr/>
        </p:nvSpPr>
        <p:spPr>
          <a:xfrm rot="3000000">
            <a:off x="5329837" y="-416027"/>
            <a:ext cx="83216" cy="832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confetti_323"/>
          <p:cNvSpPr/>
          <p:nvPr/>
        </p:nvSpPr>
        <p:spPr>
          <a:xfrm rot="2460000">
            <a:off x="7195137" y="-660917"/>
            <a:ext cx="105843" cy="105843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confetti_324"/>
          <p:cNvSpPr/>
          <p:nvPr/>
        </p:nvSpPr>
        <p:spPr>
          <a:xfrm rot="2100000">
            <a:off x="8472176" y="-630443"/>
            <a:ext cx="82353" cy="8235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confetti_325"/>
          <p:cNvSpPr/>
          <p:nvPr/>
        </p:nvSpPr>
        <p:spPr>
          <a:xfrm rot="4260000">
            <a:off x="7857058" y="-629699"/>
            <a:ext cx="79199" cy="79199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4" name="confetti_326"/>
          <p:cNvSpPr/>
          <p:nvPr/>
        </p:nvSpPr>
        <p:spPr>
          <a:xfrm rot="1920000">
            <a:off x="7566284" y="-487594"/>
            <a:ext cx="104815" cy="104815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5" name="confetti_327"/>
          <p:cNvSpPr/>
          <p:nvPr/>
        </p:nvSpPr>
        <p:spPr>
          <a:xfrm rot="5160000">
            <a:off x="5328146" y="-658624"/>
            <a:ext cx="113040" cy="1130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6" name="confetti_328"/>
          <p:cNvSpPr/>
          <p:nvPr/>
        </p:nvSpPr>
        <p:spPr>
          <a:xfrm rot="3720000">
            <a:off x="2134854" y="-507088"/>
            <a:ext cx="84643" cy="84643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confetti_329"/>
          <p:cNvSpPr/>
          <p:nvPr/>
        </p:nvSpPr>
        <p:spPr>
          <a:xfrm>
            <a:off x="609493" y="-573376"/>
            <a:ext cx="76740" cy="767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8" name="confetti_330"/>
          <p:cNvSpPr/>
          <p:nvPr/>
        </p:nvSpPr>
        <p:spPr>
          <a:xfrm rot="4260000">
            <a:off x="2228904" y="-676477"/>
            <a:ext cx="118427" cy="118427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9" name="confetti_331"/>
          <p:cNvSpPr/>
          <p:nvPr/>
        </p:nvSpPr>
        <p:spPr>
          <a:xfrm rot="5340000">
            <a:off x="677953" y="-685800"/>
            <a:ext cx="96113" cy="96113"/>
          </a:xfrm>
          <a:prstGeom prst="rect">
            <a:avLst/>
          </a:prstGeom>
          <a:solidFill>
            <a:schemeClr val="accent4"/>
          </a:solidFill>
          <a:ln/>
        </p:spPr>
      </p:sp>
      <p:pic>
        <p:nvPicPr>
          <p:cNvPr id="30" name="cloud_332" descr="/tmp/claude-0/-home-user-clinik/eeebfdc0-2c06-53ed-a395-49ca23f2cd9f/scratchpad/deck/img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920240"/>
            <a:ext cx="1188720" cy="530352"/>
          </a:xfrm>
          <a:prstGeom prst="rect">
            <a:avLst/>
          </a:prstGeom>
        </p:spPr>
      </p:pic>
      <p:sp>
        <p:nvSpPr>
          <p:cNvPr id="31" name="text_333"/>
          <p:cNvSpPr/>
          <p:nvPr/>
        </p:nvSpPr>
        <p:spPr>
          <a:xfrm rot="-240000">
            <a:off x="2267712" y="274320"/>
            <a:ext cx="566928" cy="566928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Т</a:t>
            </a:r>
            <a:endParaRPr lang="en-US" sz="2500" dirty="0"/>
          </a:p>
        </p:txBody>
      </p:sp>
      <p:sp>
        <p:nvSpPr>
          <p:cNvPr id="32" name="text_334"/>
          <p:cNvSpPr/>
          <p:nvPr/>
        </p:nvSpPr>
        <p:spPr>
          <a:xfrm rot="240000">
            <a:off x="2907792" y="274320"/>
            <a:ext cx="566928" cy="566928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Ы</a:t>
            </a:r>
            <a:endParaRPr lang="en-US" sz="2500" dirty="0"/>
          </a:p>
        </p:txBody>
      </p:sp>
      <p:sp>
        <p:nvSpPr>
          <p:cNvPr id="33" name="text_335"/>
          <p:cNvSpPr/>
          <p:nvPr/>
        </p:nvSpPr>
        <p:spPr>
          <a:xfrm rot="180000">
            <a:off x="3749040" y="274320"/>
            <a:ext cx="566928" cy="566928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Г</a:t>
            </a:r>
            <a:endParaRPr lang="en-US" sz="2500" dirty="0"/>
          </a:p>
        </p:txBody>
      </p:sp>
      <p:sp>
        <p:nvSpPr>
          <p:cNvPr id="34" name="text_336"/>
          <p:cNvSpPr/>
          <p:nvPr/>
        </p:nvSpPr>
        <p:spPr>
          <a:xfrm rot="-60000">
            <a:off x="4389120" y="274320"/>
            <a:ext cx="566928" cy="566928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</a:t>
            </a:r>
            <a:endParaRPr lang="en-US" sz="2500" dirty="0"/>
          </a:p>
        </p:txBody>
      </p:sp>
      <p:sp>
        <p:nvSpPr>
          <p:cNvPr id="35" name="text_337"/>
          <p:cNvSpPr/>
          <p:nvPr/>
        </p:nvSpPr>
        <p:spPr>
          <a:xfrm rot="-360000">
            <a:off x="5029200" y="274320"/>
            <a:ext cx="566928" cy="566928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Т</a:t>
            </a:r>
            <a:endParaRPr lang="en-US" sz="2500" dirty="0"/>
          </a:p>
        </p:txBody>
      </p:sp>
      <p:sp>
        <p:nvSpPr>
          <p:cNvPr id="36" name="text_338"/>
          <p:cNvSpPr/>
          <p:nvPr/>
        </p:nvSpPr>
        <p:spPr>
          <a:xfrm rot="60000">
            <a:off x="5669280" y="274320"/>
            <a:ext cx="566928" cy="566928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</a:t>
            </a:r>
            <a:endParaRPr lang="en-US" sz="2500" dirty="0"/>
          </a:p>
        </p:txBody>
      </p:sp>
      <p:sp>
        <p:nvSpPr>
          <p:cNvPr id="37" name="text_339"/>
          <p:cNvSpPr/>
          <p:nvPr/>
        </p:nvSpPr>
        <p:spPr>
          <a:xfrm rot="-180000">
            <a:off x="6309360" y="274320"/>
            <a:ext cx="566928" cy="566928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</a:t>
            </a:r>
            <a:endParaRPr lang="en-US" sz="2500" dirty="0"/>
          </a:p>
        </p:txBody>
      </p:sp>
      <p:sp>
        <p:nvSpPr>
          <p:cNvPr id="38" name="text_340"/>
          <p:cNvSpPr/>
          <p:nvPr/>
        </p:nvSpPr>
        <p:spPr>
          <a:xfrm rot="-180000">
            <a:off x="2267712" y="950976"/>
            <a:ext cx="566928" cy="566928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</a:t>
            </a:r>
            <a:endParaRPr lang="en-US" sz="2500" dirty="0"/>
          </a:p>
        </p:txBody>
      </p:sp>
      <p:sp>
        <p:nvSpPr>
          <p:cNvPr id="39" name="text_341"/>
          <p:cNvSpPr/>
          <p:nvPr/>
        </p:nvSpPr>
        <p:spPr>
          <a:xfrm rot="300000">
            <a:off x="3108960" y="950976"/>
            <a:ext cx="566928" cy="566928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Ш</a:t>
            </a:r>
            <a:endParaRPr lang="en-US" sz="2500" dirty="0"/>
          </a:p>
        </p:txBody>
      </p:sp>
      <p:sp>
        <p:nvSpPr>
          <p:cNvPr id="40" name="text_342"/>
          <p:cNvSpPr/>
          <p:nvPr/>
        </p:nvSpPr>
        <p:spPr>
          <a:xfrm rot="60000">
            <a:off x="3749040" y="950976"/>
            <a:ext cx="566928" cy="566928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</a:t>
            </a:r>
            <a:endParaRPr lang="en-US" sz="2500" dirty="0"/>
          </a:p>
        </p:txBody>
      </p:sp>
      <p:sp>
        <p:nvSpPr>
          <p:cNvPr id="41" name="text_343"/>
          <p:cNvSpPr/>
          <p:nvPr/>
        </p:nvSpPr>
        <p:spPr>
          <a:xfrm rot="300000">
            <a:off x="4389120" y="950976"/>
            <a:ext cx="566928" cy="566928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</a:t>
            </a:r>
            <a:endParaRPr lang="en-US" sz="2500" dirty="0"/>
          </a:p>
        </p:txBody>
      </p:sp>
      <p:sp>
        <p:nvSpPr>
          <p:cNvPr id="42" name="text_344"/>
          <p:cNvSpPr/>
          <p:nvPr/>
        </p:nvSpPr>
        <p:spPr>
          <a:xfrm rot="-360000">
            <a:off x="5029200" y="950976"/>
            <a:ext cx="566928" cy="566928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Л</a:t>
            </a:r>
            <a:endParaRPr lang="en-US" sz="2500" dirty="0"/>
          </a:p>
        </p:txBody>
      </p:sp>
      <p:sp>
        <p:nvSpPr>
          <p:cNvPr id="43" name="text_345"/>
          <p:cNvSpPr/>
          <p:nvPr/>
        </p:nvSpPr>
        <p:spPr>
          <a:xfrm rot="180000">
            <a:off x="5669280" y="950976"/>
            <a:ext cx="566928" cy="566928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Е</a:t>
            </a:r>
            <a:endParaRPr lang="en-US" sz="2500" dirty="0"/>
          </a:p>
        </p:txBody>
      </p:sp>
      <p:sp>
        <p:nvSpPr>
          <p:cNvPr id="44" name="text_346"/>
          <p:cNvSpPr/>
          <p:nvPr/>
        </p:nvSpPr>
        <p:spPr>
          <a:xfrm rot="120000">
            <a:off x="6309360" y="950976"/>
            <a:ext cx="566928" cy="566928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01600" dist="31750" dir="5400000">
              <a:srgbClr val="22306B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!</a:t>
            </a:r>
            <a:endParaRPr lang="en-US" sz="2500" dirty="0"/>
          </a:p>
        </p:txBody>
      </p:sp>
      <p:pic>
        <p:nvPicPr>
          <p:cNvPr id="45" name="school_347" descr="/tmp/claude-0/-home-user-clinik/eeebfdc0-2c06-53ed-a395-49ca23f2cd9f/scratchpad/deck/img/em_scho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331720"/>
            <a:ext cx="1371600" cy="1371600"/>
          </a:xfrm>
          <a:prstGeom prst="rect">
            <a:avLst/>
          </a:prstGeom>
        </p:spPr>
      </p:pic>
      <p:pic>
        <p:nvPicPr>
          <p:cNvPr id="46" name="backpack_348" descr="/tmp/claude-0/-home-user-clinik/eeebfdc0-2c06-53ed-a395-49ca23f2cd9f/scratchpad/deck/img/b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920240"/>
            <a:ext cx="1828800" cy="2075688"/>
          </a:xfrm>
          <a:prstGeom prst="rect">
            <a:avLst/>
          </a:prstGeom>
        </p:spPr>
      </p:pic>
      <p:pic>
        <p:nvPicPr>
          <p:cNvPr id="47" name="medal_349" descr="/tmp/claude-0/-home-user-clinik/eeebfdc0-2c06-53ed-a395-49ca23f2cd9f/scratchpad/deck/img/em_med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627632"/>
            <a:ext cx="822960" cy="822960"/>
          </a:xfrm>
          <a:prstGeom prst="rect">
            <a:avLst/>
          </a:prstGeom>
        </p:spPr>
      </p:pic>
      <p:pic>
        <p:nvPicPr>
          <p:cNvPr id="48" name="bell_350" descr="/tmp/claude-0/-home-user-clinik/eeebfdc0-2c06-53ed-a395-49ca23f2cd9f/scratchpad/deck/img/em_bel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423160"/>
            <a:ext cx="1280160" cy="1280160"/>
          </a:xfrm>
          <a:prstGeom prst="rect">
            <a:avLst/>
          </a:prstGeom>
        </p:spPr>
      </p:pic>
      <p:pic>
        <p:nvPicPr>
          <p:cNvPr id="49" name="star_351" descr="/tmp/claude-0/-home-user-clinik/eeebfdc0-2c06-53ed-a395-49ca23f2cd9f/scratchpad/deck/img/em_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5244" y="4041648"/>
            <a:ext cx="502920" cy="502920"/>
          </a:xfrm>
          <a:prstGeom prst="rect">
            <a:avLst/>
          </a:prstGeom>
        </p:spPr>
      </p:pic>
      <p:pic>
        <p:nvPicPr>
          <p:cNvPr id="50" name="star_352" descr="/tmp/claude-0/-home-user-clinik/eeebfdc0-2c06-53ed-a395-49ca23f2cd9f/scratchpad/deck/img/em_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7892" y="4041648"/>
            <a:ext cx="502920" cy="502920"/>
          </a:xfrm>
          <a:prstGeom prst="rect">
            <a:avLst/>
          </a:prstGeom>
        </p:spPr>
      </p:pic>
      <p:pic>
        <p:nvPicPr>
          <p:cNvPr id="51" name="star_353" descr="/tmp/claude-0/-home-user-clinik/eeebfdc0-2c06-53ed-a395-49ca23f2cd9f/scratchpad/deck/img/em_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0540" y="4041648"/>
            <a:ext cx="502920" cy="502920"/>
          </a:xfrm>
          <a:prstGeom prst="rect">
            <a:avLst/>
          </a:prstGeom>
        </p:spPr>
      </p:pic>
      <p:pic>
        <p:nvPicPr>
          <p:cNvPr id="52" name="star_354" descr="/tmp/claude-0/-home-user-clinik/eeebfdc0-2c06-53ed-a395-49ca23f2cd9f/scratchpad/deck/img/em_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3188" y="4041648"/>
            <a:ext cx="502920" cy="502920"/>
          </a:xfrm>
          <a:prstGeom prst="rect">
            <a:avLst/>
          </a:prstGeom>
        </p:spPr>
      </p:pic>
      <p:pic>
        <p:nvPicPr>
          <p:cNvPr id="53" name="star_355" descr="/tmp/claude-0/-home-user-clinik/eeebfdc0-2c06-53ed-a395-49ca23f2cd9f/scratchpad/deck/img/em_sta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5836" y="4041648"/>
            <a:ext cx="502920" cy="502920"/>
          </a:xfrm>
          <a:prstGeom prst="rect">
            <a:avLst/>
          </a:prstGeom>
        </p:spPr>
      </p:pic>
      <p:pic>
        <p:nvPicPr>
          <p:cNvPr id="54" name="again_356" descr="/tmp/claude-0/-home-user-clinik/eeebfdc0-2c06-53ed-a395-49ca23f2cd9f/scratchpad/deck/img/btn_again.png">
            <a:hlinkClick r:id="rId12" tooltip="Играть снова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2480" y="4526280"/>
            <a:ext cx="457200" cy="475488"/>
          </a:xfrm>
          <a:prstGeom prst="rect">
            <a:avLst/>
          </a:prstGeom>
        </p:spPr>
      </p:pic>
    </p:spTree>
  </p:cSld>
  <p:clrMapOvr>
    <a:masterClrMapping/>
  </p:clrMapOvr>
  <p:transition spd="slow" advClick="0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accel="25000" decel="25000" repeatCount="indefinite" grpId="0" nodeType="withEffect">
                                  <p:stCondLst>
                                    <p:cond delay="2452"/>
                                  </p:stCondLst>
                                  <p:childTnLst>
                                    <p:animMotion origin="layout" path="M 0 0 C 0.0219 0.35 -0.0219 0.75 0.0328 1.2 E" pathEditMode="relative" rAng="0">
                                      <p:cBhvr>
                                        <p:cTn id="6" dur="3148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repeatCount="indefinite" grpId="0" nodeType="withEffect">
                                  <p:stCondLst>
                                    <p:cond delay="2452"/>
                                  </p:stCondLst>
                                  <p:childTnLst>
                                    <p:animRot by="-43200000">
                                      <p:cBhvr>
                                        <p:cTn id="8" dur="3148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0" presetClass="path" presetSubtype="0" fill="hold" accel="25000" decel="25000" repeatCount="indefinite" grpId="0" nodeType="withEffect">
                                  <p:stCondLst>
                                    <p:cond delay="2446"/>
                                  </p:stCondLst>
                                  <p:childTnLst>
                                    <p:animMotion origin="layout" path="M 0 0 C -0.011 0.35 0.011 0.75 -0.0165 1.2 E" pathEditMode="relative" rAng="0">
                                      <p:cBhvr>
                                        <p:cTn id="10" dur="2489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fill="hold" repeatCount="indefinite" grpId="0" nodeType="withEffect">
                                  <p:stCondLst>
                                    <p:cond delay="2446"/>
                                  </p:stCondLst>
                                  <p:childTnLst>
                                    <p:animRot by="-43200000">
                                      <p:cBhvr>
                                        <p:cTn id="12" dur="2489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0" presetClass="path" presetSubtype="0" fill="hold" accel="25000" decel="25000" repeatCount="indefinite" grpId="0" nodeType="withEffect">
                                  <p:stCondLst>
                                    <p:cond delay="1191"/>
                                  </p:stCondLst>
                                  <p:childTnLst>
                                    <p:animMotion origin="layout" path="M 0 0 C -0.052 0.35 0.052 0.75 -0.078 1.2 E" pathEditMode="relative" rAng="0">
                                      <p:cBhvr>
                                        <p:cTn id="14" dur="2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fill="hold" repeatCount="indefinite" grpId="0" nodeType="withEffect">
                                  <p:stCondLst>
                                    <p:cond delay="1191"/>
                                  </p:stCondLst>
                                  <p:childTnLst>
                                    <p:animRot by="43200000">
                                      <p:cBhvr>
                                        <p:cTn id="16" dur="2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0" presetClass="path" presetSubtype="0" fill="hold" accel="25000" decel="25000" repeatCount="indefinite" grpId="0" nodeType="withEffect">
                                  <p:stCondLst>
                                    <p:cond delay="1022"/>
                                  </p:stCondLst>
                                  <p:childTnLst>
                                    <p:animMotion origin="layout" path="M 0 0 C -0.0533 0.35 0.0533 0.75 -0.08 1.2 E" pathEditMode="relative" rAng="0">
                                      <p:cBhvr>
                                        <p:cTn id="18" dur="2373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fill="hold" repeatCount="indefinite" grpId="0" nodeType="withEffect">
                                  <p:stCondLst>
                                    <p:cond delay="1022"/>
                                  </p:stCondLst>
                                  <p:childTnLst>
                                    <p:animRot by="-43200000">
                                      <p:cBhvr>
                                        <p:cTn id="20" dur="2373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0" presetClass="path" presetSubtype="0" fill="hold" accel="25000" decel="25000" repeatCount="indefinite" grpId="0" nodeType="withEffect">
                                  <p:stCondLst>
                                    <p:cond delay="1910"/>
                                  </p:stCondLst>
                                  <p:childTnLst>
                                    <p:animMotion origin="layout" path="M 0 0 C -0.0372 0.35 0.0372 0.75 -0.0558 1.2 E" pathEditMode="relative" rAng="0">
                                      <p:cBhvr>
                                        <p:cTn id="22" dur="2915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8" presetClass="emph" presetSubtype="0" fill="hold" repeatCount="indefinite" grpId="0" nodeType="withEffect">
                                  <p:stCondLst>
                                    <p:cond delay="1910"/>
                                  </p:stCondLst>
                                  <p:childTnLst>
                                    <p:animRot by="-43200000">
                                      <p:cBhvr>
                                        <p:cTn id="24" dur="2915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0" presetClass="path" presetSubtype="0" fill="hold" accel="25000" decel="25000" repeatCount="indefinite" grpId="0" nodeType="withEffect">
                                  <p:stCondLst>
                                    <p:cond delay="97"/>
                                  </p:stCondLst>
                                  <p:childTnLst>
                                    <p:animMotion origin="layout" path="M 0 0 C -0.0006 0.35 0.0006 0.75 -0.0009 1.2 E" pathEditMode="relative" rAng="0">
                                      <p:cBhvr>
                                        <p:cTn id="26" dur="2578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8" presetClass="emph" presetSubtype="0" fill="hold" repeatCount="indefinite" grpId="0" nodeType="withEffect">
                                  <p:stCondLst>
                                    <p:cond delay="97"/>
                                  </p:stCondLst>
                                  <p:childTnLst>
                                    <p:animRot by="-43200000">
                                      <p:cBhvr>
                                        <p:cTn id="28" dur="2578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0" presetClass="path" presetSubtype="0" fill="hold" accel="25000" decel="25000" repeatCount="indefinite" grpId="0" nodeType="withEffect">
                                  <p:stCondLst>
                                    <p:cond delay="2541"/>
                                  </p:stCondLst>
                                  <p:childTnLst>
                                    <p:animMotion origin="layout" path="M 0 0 C -0.0003 0.35 0.0003 0.75 -0.0005 1.2 E" pathEditMode="relative" rAng="0">
                                      <p:cBhvr>
                                        <p:cTn id="30" dur="3097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8" presetClass="emph" presetSubtype="0" fill="hold" repeatCount="indefinite" grpId="0" nodeType="withEffect">
                                  <p:stCondLst>
                                    <p:cond delay="2541"/>
                                  </p:stCondLst>
                                  <p:childTnLst>
                                    <p:animRot by="43200000">
                                      <p:cBhvr>
                                        <p:cTn id="32" dur="3097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0" presetClass="path" presetSubtype="0" fill="hold" accel="25000" decel="25000" repeatCount="indefinite" grpId="0" nodeType="withEffect">
                                  <p:stCondLst>
                                    <p:cond delay="1002"/>
                                  </p:stCondLst>
                                  <p:childTnLst>
                                    <p:animMotion origin="layout" path="M 0 0 C -0.0174 0.35 0.0174 0.75 -0.0261 1.2 E" pathEditMode="relative" rAng="0">
                                      <p:cBhvr>
                                        <p:cTn id="34" dur="3258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8" presetClass="emph" presetSubtype="0" fill="hold" repeatCount="indefinite" grpId="0" nodeType="withEffect">
                                  <p:stCondLst>
                                    <p:cond delay="1002"/>
                                  </p:stCondLst>
                                  <p:childTnLst>
                                    <p:animRot by="-43200000">
                                      <p:cBhvr>
                                        <p:cTn id="36" dur="3258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0" presetClass="path" presetSubtype="0" fill="hold" accel="25000" decel="25000" repeatCount="indefinite" grpId="0" nodeType="withEffect">
                                  <p:stCondLst>
                                    <p:cond delay="1095"/>
                                  </p:stCondLst>
                                  <p:childTnLst>
                                    <p:animMotion origin="layout" path="M 0 0 C 0.0099 0.35 -0.0099 0.75 0.0148 1.2 E" pathEditMode="relative" rAng="0">
                                      <p:cBhvr>
                                        <p:cTn id="38" dur="3112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8" presetClass="emph" presetSubtype="0" fill="hold" repeatCount="indefinite" grpId="0" nodeType="withEffect">
                                  <p:stCondLst>
                                    <p:cond delay="1095"/>
                                  </p:stCondLst>
                                  <p:childTnLst>
                                    <p:animRot by="-43200000">
                                      <p:cBhvr>
                                        <p:cTn id="40" dur="3112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0" presetClass="path" presetSubtype="0" fill="hold" accel="25000" decel="25000" repeatCount="indefinite" grpId="0" nodeType="withEffect">
                                  <p:stCondLst>
                                    <p:cond delay="2134"/>
                                  </p:stCondLst>
                                  <p:childTnLst>
                                    <p:animMotion origin="layout" path="M 0 0 C -0.0468 0.35 0.0468 0.75 -0.0702 1.2 E" pathEditMode="relative" rAng="0">
                                      <p:cBhvr>
                                        <p:cTn id="42" dur="2473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8" presetClass="emph" presetSubtype="0" fill="hold" repeatCount="indefinite" grpId="0" nodeType="withEffect">
                                  <p:stCondLst>
                                    <p:cond delay="2134"/>
                                  </p:stCondLst>
                                  <p:childTnLst>
                                    <p:animRot by="-43200000">
                                      <p:cBhvr>
                                        <p:cTn id="44" dur="2473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" presetID="0" presetClass="path" presetSubtype="0" fill="hold" accel="25000" decel="25000" repeatCount="indefinite" grpId="0" nodeType="withEffect">
                                  <p:stCondLst>
                                    <p:cond delay="1130"/>
                                  </p:stCondLst>
                                  <p:childTnLst>
                                    <p:animMotion origin="layout" path="M 0 0 C -0.0596 0.35 0.0596 0.75 -0.0894 1.2 E" pathEditMode="relative" rAng="0">
                                      <p:cBhvr>
                                        <p:cTn id="46" dur="339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8" presetClass="emph" presetSubtype="0" fill="hold" repeatCount="indefinite" grpId="0" nodeType="withEffect">
                                  <p:stCondLst>
                                    <p:cond delay="1130"/>
                                  </p:stCondLst>
                                  <p:childTnLst>
                                    <p:animRot by="43200000">
                                      <p:cBhvr>
                                        <p:cTn id="48" dur="339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" presetID="0" presetClass="path" presetSubtype="0" fill="hold" accel="25000" decel="25000" repeatCount="indefinite" grpId="0" nodeType="withEffect">
                                  <p:stCondLst>
                                    <p:cond delay="1128"/>
                                  </p:stCondLst>
                                  <p:childTnLst>
                                    <p:animMotion origin="layout" path="M 0 0 C 0.0565 0.35 -0.0565 0.75 0.0847 1.2 E" pathEditMode="relative" rAng="0">
                                      <p:cBhvr>
                                        <p:cTn id="50" dur="276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8" presetClass="emph" presetSubtype="0" fill="hold" repeatCount="indefinite" grpId="0" nodeType="withEffect">
                                  <p:stCondLst>
                                    <p:cond delay="1128"/>
                                  </p:stCondLst>
                                  <p:childTnLst>
                                    <p:animRot by="43200000">
                                      <p:cBhvr>
                                        <p:cTn id="52" dur="276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0" presetClass="path" presetSubtype="0" fill="hold" accel="25000" decel="25000" repeatCount="indefinite" grpId="0" nodeType="withEffect">
                                  <p:stCondLst>
                                    <p:cond delay="674"/>
                                  </p:stCondLst>
                                  <p:childTnLst>
                                    <p:animMotion origin="layout" path="M 0 0 C -0.0357 0.35 0.0357 0.75 -0.0536 1.2 E" pathEditMode="relative" rAng="0">
                                      <p:cBhvr>
                                        <p:cTn id="54" dur="3358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8" presetClass="emph" presetSubtype="0" fill="hold" repeatCount="indefinite" grpId="0" nodeType="withEffect">
                                  <p:stCondLst>
                                    <p:cond delay="674"/>
                                  </p:stCondLst>
                                  <p:childTnLst>
                                    <p:animRot by="-43200000">
                                      <p:cBhvr>
                                        <p:cTn id="56" dur="3358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" presetID="0" presetClass="path" presetSubtype="0" fill="hold" accel="25000" decel="25000" repeatCount="indefinite" grpId="0" nodeType="withEffect">
                                  <p:stCondLst>
                                    <p:cond delay="552"/>
                                  </p:stCondLst>
                                  <p:childTnLst>
                                    <p:animMotion origin="layout" path="M 0 0 C -0.0004 0.35 0.0004 0.75 -0.0006 1.2 E" pathEditMode="relative" rAng="0">
                                      <p:cBhvr>
                                        <p:cTn id="58" dur="319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8" presetClass="emph" presetSubtype="0" fill="hold" repeatCount="indefinite" grpId="0" nodeType="withEffect">
                                  <p:stCondLst>
                                    <p:cond delay="552"/>
                                  </p:stCondLst>
                                  <p:childTnLst>
                                    <p:animRot by="-43200000">
                                      <p:cBhvr>
                                        <p:cTn id="60" dur="319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" presetID="0" presetClass="path" presetSubtype="0" fill="hold" accel="25000" decel="25000" repeatCount="indefinite" grpId="0" nodeType="withEffect">
                                  <p:stCondLst>
                                    <p:cond delay="1726"/>
                                  </p:stCondLst>
                                  <p:childTnLst>
                                    <p:animMotion origin="layout" path="M 0 0 C 0.0409 0.35 -0.0409 0.75 0.0614 1.2 E" pathEditMode="relative" rAng="0">
                                      <p:cBhvr>
                                        <p:cTn id="62" dur="303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8" presetClass="emph" presetSubtype="0" fill="hold" repeatCount="indefinite" grpId="0" nodeType="withEffect">
                                  <p:stCondLst>
                                    <p:cond delay="1726"/>
                                  </p:stCondLst>
                                  <p:childTnLst>
                                    <p:animRot by="43200000">
                                      <p:cBhvr>
                                        <p:cTn id="64" dur="303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accel="25000" decel="25000" repeatCount="indefinite" grpId="0" nodeType="withEffect">
                                  <p:stCondLst>
                                    <p:cond delay="505"/>
                                  </p:stCondLst>
                                  <p:childTnLst>
                                    <p:animMotion origin="layout" path="M 0 0 C 0.0353 0.35 -0.0353 0.75 0.053 1.2 E" pathEditMode="relative" rAng="0">
                                      <p:cBhvr>
                                        <p:cTn id="66" dur="3004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8" presetClass="emph" presetSubtype="0" fill="hold" repeatCount="indefinite" grpId="0" nodeType="withEffect">
                                  <p:stCondLst>
                                    <p:cond delay="505"/>
                                  </p:stCondLst>
                                  <p:childTnLst>
                                    <p:animRot by="43200000">
                                      <p:cBhvr>
                                        <p:cTn id="68" dur="3004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" presetID="0" presetClass="path" presetSubtype="0" fill="hold" accel="25000" decel="25000" repeatCount="indefinite" grpId="0" nodeType="withEffect">
                                  <p:stCondLst>
                                    <p:cond delay="182"/>
                                  </p:stCondLst>
                                  <p:childTnLst>
                                    <p:animMotion origin="layout" path="M 0 0 C 0.0386 0.35 -0.0386 0.75 0.0578 1.2 E" pathEditMode="relative" rAng="0">
                                      <p:cBhvr>
                                        <p:cTn id="70" dur="3137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8" presetClass="emph" presetSubtype="0" fill="hold" repeatCount="indefinite" grpId="0" nodeType="withEffect">
                                  <p:stCondLst>
                                    <p:cond delay="182"/>
                                  </p:stCondLst>
                                  <p:childTnLst>
                                    <p:animRot by="-43200000">
                                      <p:cBhvr>
                                        <p:cTn id="72" dur="3137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" presetID="0" presetClass="path" presetSubtype="0" fill="hold" accel="25000" decel="25000" repeatCount="indefinite" grpId="0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0 0 C -0.0587 0.35 0.0587 0.75 -0.088 1.2 E" pathEditMode="relative" rAng="0">
                                      <p:cBhvr>
                                        <p:cTn id="74" dur="3342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8" presetClass="emph" presetSubtype="0" fill="hold" repeatCount="indefinite" grpId="0" nodeType="withEffect">
                                  <p:stCondLst>
                                    <p:cond delay="350"/>
                                  </p:stCondLst>
                                  <p:childTnLst>
                                    <p:animRot by="-43200000">
                                      <p:cBhvr>
                                        <p:cTn id="76" dur="3342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" presetID="0" presetClass="path" presetSubtype="0" fill="hold" accel="25000" decel="25000" repeatCount="indefinite" grpId="0" nodeType="withEffect">
                                  <p:stCondLst>
                                    <p:cond delay="839"/>
                                  </p:stCondLst>
                                  <p:childTnLst>
                                    <p:animMotion origin="layout" path="M 0 0 C -0.028 0.35 0.028 0.75 -0.0421 1.2 E" pathEditMode="relative" rAng="0">
                                      <p:cBhvr>
                                        <p:cTn id="78" dur="2742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8" presetClass="emph" presetSubtype="0" fill="hold" repeatCount="indefinite" grpId="0" nodeType="withEffect">
                                  <p:stCondLst>
                                    <p:cond delay="839"/>
                                  </p:stCondLst>
                                  <p:childTnLst>
                                    <p:animRot by="-43200000">
                                      <p:cBhvr>
                                        <p:cTn id="80" dur="2742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0" presetClass="path" presetSubtype="0" fill="hold" accel="25000" decel="25000" repeatCount="indefinite" grpId="0" nodeType="withEffect">
                                  <p:stCondLst>
                                    <p:cond delay="2398"/>
                                  </p:stCondLst>
                                  <p:childTnLst>
                                    <p:animMotion origin="layout" path="M 0 0 C -0.0004 0.35 0.0004 0.75 -0.0007 1.2 E" pathEditMode="relative" rAng="0">
                                      <p:cBhvr>
                                        <p:cTn id="82" dur="3066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8" presetClass="emph" presetSubtype="0" fill="hold" repeatCount="indefinite" grpId="0" nodeType="withEffect">
                                  <p:stCondLst>
                                    <p:cond delay="2398"/>
                                  </p:stCondLst>
                                  <p:childTnLst>
                                    <p:animRot by="-43200000">
                                      <p:cBhvr>
                                        <p:cTn id="84" dur="3066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" presetID="0" presetClass="path" presetSubtype="0" fill="hold" accel="25000" decel="25000" repeatCount="indefinite" grpId="0" nodeType="withEffect">
                                  <p:stCondLst>
                                    <p:cond delay="1485"/>
                                  </p:stCondLst>
                                  <p:childTnLst>
                                    <p:animMotion origin="layout" path="M 0 0 C -0.0353 0.35 0.0353 0.75 -0.0529 1.2 E" pathEditMode="relative" rAng="0">
                                      <p:cBhvr>
                                        <p:cTn id="86" dur="2946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8" presetClass="emph" presetSubtype="0" fill="hold" repeatCount="indefinite" grpId="0" nodeType="withEffect">
                                  <p:stCondLst>
                                    <p:cond delay="1485"/>
                                  </p:stCondLst>
                                  <p:childTnLst>
                                    <p:animRot by="-43200000">
                                      <p:cBhvr>
                                        <p:cTn id="88" dur="2946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accel="25000" decel="25000" repeatCount="indefinite" grpId="0" nodeType="withEffect">
                                  <p:stCondLst>
                                    <p:cond delay="1521"/>
                                  </p:stCondLst>
                                  <p:childTnLst>
                                    <p:animMotion origin="layout" path="M 0 0 C 0.0232 0.35 -0.0232 0.75 0.0347 1.2 E" pathEditMode="relative" rAng="0">
                                      <p:cBhvr>
                                        <p:cTn id="90" dur="3354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8" presetClass="emph" presetSubtype="0" fill="hold" repeatCount="indefinite" grpId="0" nodeType="withEffect">
                                  <p:stCondLst>
                                    <p:cond delay="1521"/>
                                  </p:stCondLst>
                                  <p:childTnLst>
                                    <p:animRot by="43200000">
                                      <p:cBhvr>
                                        <p:cTn id="92" dur="3354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" presetID="0" presetClass="path" presetSubtype="0" fill="hold" accel="25000" decel="25000" repeatCount="indefinite" grpId="0" nodeType="withEffect">
                                  <p:stCondLst>
                                    <p:cond delay="1338"/>
                                  </p:stCondLst>
                                  <p:childTnLst>
                                    <p:animMotion origin="layout" path="M 0 0 C 0.0373 0.35 -0.0373 0.75 0.056 1.2 E" pathEditMode="relative" rAng="0">
                                      <p:cBhvr>
                                        <p:cTn id="94" dur="2625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8" presetClass="emph" presetSubtype="0" fill="hold" repeatCount="indefinite" grpId="0" nodeType="withEffect">
                                  <p:stCondLst>
                                    <p:cond delay="1338"/>
                                  </p:stCondLst>
                                  <p:childTnLst>
                                    <p:animRot by="-43200000">
                                      <p:cBhvr>
                                        <p:cTn id="96" dur="2625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" presetID="0" presetClass="path" presetSubtype="0" fill="hold" accel="25000" decel="25000" repeatCount="indefinite" grpId="0" nodeType="withEffect">
                                  <p:stCondLst>
                                    <p:cond delay="2142"/>
                                  </p:stCondLst>
                                  <p:childTnLst>
                                    <p:animMotion origin="layout" path="M 0 0 C -0.0349 0.35 0.0349 0.75 -0.0523 1.2 E" pathEditMode="relative" rAng="0">
                                      <p:cBhvr>
                                        <p:cTn id="98" dur="3444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9" presetID="8" presetClass="emph" presetSubtype="0" fill="hold" repeatCount="indefinite" grpId="0" nodeType="withEffect">
                                  <p:stCondLst>
                                    <p:cond delay="2142"/>
                                  </p:stCondLst>
                                  <p:childTnLst>
                                    <p:animRot by="-43200000">
                                      <p:cBhvr>
                                        <p:cTn id="100" dur="3444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" presetID="0" presetClass="path" presetSubtype="0" fill="hold" accel="25000" decel="25000" repeatCount="indefinite" grpId="0" nodeType="withEffect">
                                  <p:stCondLst>
                                    <p:cond delay="63"/>
                                  </p:stCondLst>
                                  <p:childTnLst>
                                    <p:animMotion origin="layout" path="M 0 0 C 0.0509 0.35 -0.0509 0.75 0.0763 1.2 E" pathEditMode="relative" rAng="0">
                                      <p:cBhvr>
                                        <p:cTn id="102" dur="3332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8" presetClass="emph" presetSubtype="0" fill="hold" repeatCount="indefinite" grpId="0" nodeType="withEffect">
                                  <p:stCondLst>
                                    <p:cond delay="63"/>
                                  </p:stCondLst>
                                  <p:childTnLst>
                                    <p:animRot by="43200000">
                                      <p:cBhvr>
                                        <p:cTn id="104" dur="3332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" presetID="0" presetClass="path" presetSubtype="0" fill="hold" accel="25000" decel="25000" repeatCount="indefinite" grpId="0" nodeType="withEffect">
                                  <p:stCondLst>
                                    <p:cond delay="1105"/>
                                  </p:stCondLst>
                                  <p:childTnLst>
                                    <p:animMotion origin="layout" path="M 0 0 C -0.0127 0.35 0.0127 0.75 -0.019 1.2 E" pathEditMode="relative" rAng="0">
                                      <p:cBhvr>
                                        <p:cTn id="106" dur="2664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8" presetClass="emph" presetSubtype="0" fill="hold" repeatCount="indefinite" grpId="0" nodeType="withEffect">
                                  <p:stCondLst>
                                    <p:cond delay="1105"/>
                                  </p:stCondLst>
                                  <p:childTnLst>
                                    <p:animRot by="43200000">
                                      <p:cBhvr>
                                        <p:cTn id="108" dur="2664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" presetID="0" presetClass="path" presetSubtype="0" fill="hold" accel="25000" decel="25000" repeatCount="indefinite" grpId="0" nodeType="withEffect">
                                  <p:stCondLst>
                                    <p:cond delay="2405"/>
                                  </p:stCondLst>
                                  <p:childTnLst>
                                    <p:animMotion origin="layout" path="M 0 0 C 0.025 0.35 -0.025 0.75 0.0375 1.2 E" pathEditMode="relative" rAng="0">
                                      <p:cBhvr>
                                        <p:cTn id="110" dur="2772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8" presetClass="emph" presetSubtype="0" fill="hold" repeatCount="indefinite" grpId="0" nodeType="withEffect">
                                  <p:stCondLst>
                                    <p:cond delay="2405"/>
                                  </p:stCondLst>
                                  <p:childTnLst>
                                    <p:animRot by="43200000">
                                      <p:cBhvr>
                                        <p:cTn id="112" dur="2772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3" presetID="0" presetClass="path" presetSubtype="0" fill="hold" accel="25000" decel="25000" repeatCount="indefinite" grpId="0" nodeType="withEffect">
                                  <p:stCondLst>
                                    <p:cond delay="1166"/>
                                  </p:stCondLst>
                                  <p:childTnLst>
                                    <p:animMotion origin="layout" path="M 0 0 C -0.037 0.35 0.037 0.75 -0.0556 1.2 E" pathEditMode="relative" rAng="0">
                                      <p:cBhvr>
                                        <p:cTn id="114" dur="299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8" presetClass="emph" presetSubtype="0" fill="hold" repeatCount="indefinite" grpId="0" nodeType="withEffect">
                                  <p:stCondLst>
                                    <p:cond delay="1166"/>
                                  </p:stCondLst>
                                  <p:childTnLst>
                                    <p:animRot by="43200000">
                                      <p:cBhvr>
                                        <p:cTn id="116" dur="299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" presetID="0" presetClass="path" presetSubtype="0" fill="hold" accel="25000" decel="25000" repeatCount="indefinite" autoRev="1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 0 E" pathEditMode="relative" rAng="0">
                                      <p:cBhvr>
                                        <p:cTn id="118" dur="9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225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225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225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225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225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225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225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225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53" presetClass="entr" presetSubtype="16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225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225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53" presetClass="entr" presetSubtype="16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225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53" presetClass="entr" presetSubtype="16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225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53" presetClass="entr" presetSubtype="16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4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4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225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53" presetClass="entr" presetSubtype="16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4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4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225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3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6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6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0" presetClass="path" presetSubtype="0" fill="hold" accel="25000" decel="25000" repeatCount="indefinite" autoRev="1" grpId="0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 -0.025 E" pathEditMode="relative" rAng="0">
                                      <p:cBhvr>
                                        <p:cTn id="200" dur="11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1" presetID="53" presetClass="entr" presetSubtype="16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0" presetClass="path" presetSubtype="0" fill="hold" accel="25000" decel="25000" repeatCount="indefinite" autoRev="1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0 -0.025 E" pathEditMode="relative" rAng="0">
                                      <p:cBhvr>
                                        <p:cTn id="207" dur="11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8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32" presetClass="emph" presetSubtype="0" fill="hold" repeatCount="indefinite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120000">
                                      <p:cBhvr>
                                        <p:cTn id="2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5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6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7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8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9" presetID="53" presetClass="entr" presetSubtype="16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1" dur="4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4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3" dur="225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8" presetClass="emph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21600000">
                                      <p:cBhvr>
                                        <p:cTn id="225" dur="4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6" presetID="53" presetClass="entr" presetSubtype="16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8" dur="4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4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0" dur="225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8" presetClass="emph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Rot by="21600000">
                                      <p:cBhvr>
                                        <p:cTn id="232" dur="4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3" presetID="53" presetClass="entr" presetSubtype="16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4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4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7" dur="225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8" presetClass="emph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animRot by="21600000">
                                      <p:cBhvr>
                                        <p:cTn id="239" dur="4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0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4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4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4" dur="225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8" presetClass="emph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21600000">
                                      <p:cBhvr>
                                        <p:cTn id="246" dur="4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7" presetID="53" presetClass="entr" presetSubtype="16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9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1" dur="225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8" presetClass="emph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animRot by="21600000">
                                      <p:cBhvr>
                                        <p:cTn id="253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Собери портфель">
  <a:themeElements>
    <a:clrScheme name="Собери портфель">
      <a:dk1>
        <a:srgbClr val="22306B"/>
      </a:dk1>
      <a:lt1>
        <a:srgbClr val="FFFFFF"/>
      </a:lt1>
      <a:dk2>
        <a:srgbClr val="1A2452"/>
      </a:dk2>
      <a:lt2>
        <a:srgbClr val="FFFDF6"/>
      </a:lt2>
      <a:accent1>
        <a:srgbClr val="FF4D7E"/>
      </a:accent1>
      <a:accent2>
        <a:srgbClr val="FF8A3D"/>
      </a:accent2>
      <a:accent3>
        <a:srgbClr val="FFC93C"/>
      </a:accent3>
      <a:accent4>
        <a:srgbClr val="2ED47A"/>
      </a:accent4>
      <a:accent5>
        <a:srgbClr val="3BB8FF"/>
      </a:accent5>
      <a:accent6>
        <a:srgbClr val="8A5CF6"/>
      </a:accent6>
      <a:hlink>
        <a:srgbClr val="3BB8FF"/>
      </a:hlink>
      <a:folHlink>
        <a:srgbClr val="8A5CF6"/>
      </a:folHlink>
    </a:clrScheme>
    <a:fontScheme name="Собери портфель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Собери портфель</dc:title>
  <dc:subject>PptxGenJS Presentation</dc:subject>
  <dc:creator>Игра для будущего первоклассника</dc:creator>
  <cp:lastModifiedBy>Игра для будущего первоклассника</cp:lastModifiedBy>
  <cp:revision>1</cp:revision>
  <dcterms:created xsi:type="dcterms:W3CDTF">2026-10-18T14:46:04Z</dcterms:created>
  <dcterms:modified xsi:type="dcterms:W3CDTF">2026-10-18T14:46:04Z</dcterms:modified>
</cp:coreProperties>
</file>